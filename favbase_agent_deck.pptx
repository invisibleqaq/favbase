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各位评委好，我是 favbase 的作者。favbase 是一个本地优先的浏览器扩展，它把你在六个平台上的收藏汇成一个住在浏览器里的知识库，然后用一个只读、先查证再作答、每条回答都能点回原始来源的 agent 来回答你的问题。接下来十分钟，我会花一半篇幅讲这个 agent 是怎么被约束住的，因为我认为对一个 RAG 产品来说，约束比能力更值得评审。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问题。这是一个真实用户的库，两千两百二十八条收藏，分布在六个平台。收藏这个动作在互联网上是一个善意的谎言，叫做先存下来以后看。实际结果是三件事：平台之间互相是孤岛，你要开六个界面；每个平台的搜索只认标题，正文、字幕和 README 全部沉在链接后面；最致命的是不可追问，没有任何一个地方能回答我到底收藏过哪些关于某个主题的东西，它们说了什么。收藏的价值从来不在于存下来，而在于被再次用到。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favbase 的回答是，六个平台，一个本地库。它是一个 Chromium 扩展，知识库本体放在浏览器本地的 PGlite 里，不经过任何中间服务器。采集用的是浏览器已有的登录态或者你自己提供的凭据，B 站、X 和知乎复用登录状态，GitHub 和 YouTube 用 token 或 API key。进库之后有关键词加语义的混合检索、AI 标签、带来源的问答，数据随时可以用 JSON、CSV 或 Obsidian 格式带走。右边这张 Dashboard 截图就是那个两千多条的库，六个平台的构成一眼可见。它已经上架 Chrome Web Store，GPL-3.0 开源。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一条收藏是怎么变成可回答的知识的，五个阶段。采集阶段产出 items，是 insert-only 的快照，只增不删不改。提取阶段把网页、字幕、README 变成正文，落到 item_contents。然后分块加向量，字幕按行级打包，文本按字符软切，向量进 pgvector。标签阶段用 LLM 做结构化输出，落 item_tags。最后一段才是 agent，检索加回答。关键设计是每个阶段都是独立的状态机，从 pending 到 chunked 到 embedded，后一段只消费前一段写进表里的东西。下面这条真实界面的进度条就是这个管线在跑，随时可以暂停和继续，没配 AI 服务的时候它会静默跳过，绝不阻塞你浏览。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接下来是重点。我想先立一个判断：favbase 的 Chat 不是一个聊天框，它是一个先查证再开口的研究助理。它必须先在你的收藏库里检索，只能引用检索到的东西，没找到就说没找到，而且永远改不了你的任何数据。后面五页分别讲循环、工具、检索、契约和可信度，每一页我都会说清楚这个约束是由哪一行代码保证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先看循环本身。我们用的是 Vercel AI SDK v6 的 streamText，模型发出结构化的 tool call，SDK 负责执行工具并把结果回喂给模型，如此往复，直到模型给出文本回答，或者触顶八步。我把它叫工业化的 ReAct，因为我们没有在 prompt 里叠加任何 Thought、Action 这种文本模板，整个循环由 SDK 驱动，模型只管做结构化决策。有两个细节值得评委注意。第一，v6 默认只跑一步，不显式写 stopWhen 的话模型调完工具就停了，永远读不到观察结果，这是最常见的坑。第二，数据库句柄走 experimental_context 注入，它不在模型的线路上，模型看不见也摸不着。右下角是工具四态，fullStream 的每一个事件直接映射成界面状态，准备检索、正在检索、已检索多少条、出错，界面不猜。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只有三把工具，全部只读。searchKnowledgeBase 是主 grounding 工具，做混合检索，返回命中片段和它的来源标题、链接、平台和分数，描述里写死了回答任何收藏问题前必须先调用。getItemContent 按 id 读一条收藏的全文，用在片段不够回答的时候，避免靠五百字的 chunk 去推断整篇文章。listTags 列出库里在用的标签和数量，用来发现主题或者缩小下一次检索的范围。设计规则上，registry 的 key 就是模型看到的工具名；字段一律 snake_case；platform 用枚举收窄，模型填不出不存在的平台；返回值把关键字段拍平到顶层；执行时缺少数据库直接抛错，绝不静默返回空让模型误以为没找到。右下角这条铁律是整个 Chat 的边界：三把工具对知识库表只发 SELECT，Chat 唯一的写入是它自己的会话表。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检索是两臂并行。语义臂把问题 embed 之后在 pgvector 里做 cosine 检索，走 HNSW 索引，用的是和建索引时同一个模型。关键词臂用 pg_trgm 做子串召回，再按 word_similarity 排序。两臂的结果用 Reciprocal Rank Fusion 融合，只看名次，不看原始分数，因为 cosine 和 trigram 相似度是两种量纲，直接相加没有意义。有三个取舍想特别说明。第一，平台和标签的过滤写在 SQL 里，发生在 RRF 截断之前，这样严格过滤的结果不会被全局 topK 饿死。第二，为什么不是 BM25，因为浏览器里的 PGlite 没有中文分词，trigram 是当前运行时里的现实最优解。第三，为什么用 word_similarity 而不是 similarity，因为短问题对长中文片段实测前者零点四、后者只有零点一，这是有据偏离 PRD，理由写进了目录文档。语义臂没配置或者维度漂移的时候会静默降级成只走关键词臂，绝不抛错。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prompt 我们把它当契约写，不当人设写。系统提示里每一行都在授予一个动作、划一条边界或者设一个条件，一共七条硬规则：先检索再作答；只基于检索结果并写出标题和链接；没找到就说没找到；片段不够就读全文，要缩范围就看标签；信息不足先追问；只读；不臆造任何事实、数字、标题或链接。还有一个容易被忽略的细节，模型有训练截止日，它不知道今天是几号，所以我们把当天日期作为动态后缀拼在稳定前缀后面，最近、最新这类相对时间就有了锚点。右边是真实的回答截图，正文里的编号标题是可点击的链接，回合结束后按条目去重生成来源卡片，点击直接打开原始收藏。这里有一个诚实的取舍，我们的库里没有条目级的内部详情路由，所以不伪造应用内跳转，就老老实实开原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prompt 只能请求模型守规矩，真正的可信要靠代码约束。六件事。只读是结构性的，检索面只发 SELECT，LLM 再怎么被诱导也没有能写库的工具可调。来源是可验证的，回答里的链接全部来自工具结果，不是模型记得的链接。输出是安全的，markdown 渲染不启用 rehype-raw，模型输出的原始 HTML 一律转义，注入不了 DOM。并发有所有权，会话运行时用单调递增的 generation 管理归属，过期的流无权提交，快速连点和乱序返回都串不了对话，主动停止还会把半截回答保留下来。持久化只有一个事实源，就是含工具轮次的模型态消息，全量落库，展示层在加载时重建，滑窗只在喂模型的时候裁，而且窗口从用户轮开始，避免孤立的工具结果被 provider 拒绝。最后，这六件事背后有六组契约测试，检索测试是在内存里的真 PGlite 上跑真 SQL，不 mock 数据库。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 Chat，favbase 还在三个地方让 LLM 干活，它们共用同一套 provider 基础设施，而且每一处的输出都是结构化、可校验、可丢弃的。自动打标用 generateObject，按 provider 是否支持 schema 下发分叉，不支持的走 no-schema 加客户端 Zod 校验，最多五个标签，优先复用已有标签防止语义重复。视频总结是一次流式调用，字幕带行号喂进去，模型输出总结和分段 JSON，行号再映射回真实秒数，越界的行号就是幻觉，直接丢弃。转录管线是缓存、官方字幕、ASR 三级兜底，超过二十四兆的音频在 Offscreen 文档里用 FFmpeg 分块。provider 矩阵是九家 LLM、六家 embedding、两家 ASR，包括本地 Ollama，由 sdkType 驱动 AI SDK 的构造器选择。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整个系统没有服务器。数据库、向量索引、agent 循环全部跑在浏览器扩展的四个隔离运行时里。界面层是 app.html、首装引导页、B 站视频页的内容脚本和 popup。运行时层里，Background Service Worker 做 typed 消息分发，LLM 调用落在这里绕过 CORS；Offscreen 文档是 PGlite 的唯一持有者，其余运行时只拿代理，通过 Port RPC 桥访问。领域层全是平台无关的深模块，依赖可注入，免网络可测。数据层是 WASM 版的 Postgres 加 pgvector 和 pg_trgm，用 IndexedDB 持久化，Drizzle 做 ORM 和自定义迁移。右边的边界规则是跨运行时的铁律，任何 unknown 先过 decoder，调用方只用 typed client，新增一条消息必须同时注册 schema、路由和契约测试。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这一页是给评委看数字的。一千零三十一个测试用例，一百四十六个测试文件，六十份目录级的 CLAUDE.md，两百九十四次提交，四万三千行 TypeScript，时间跨度大约十周。项目没有 linter，所有架构规则都写成了会变红的 vitest 用例：平台接入完整性契约用 TypeScript AST 对账各层适配器，漏一层就红；i18n 守卫扫描所有界面文件，出现硬编码中文就失败；平台数值常量和 HTTP deadline 也各有守卫。右边我称之为 agent-native 的代码库，每个目录一份文档记录结构和为什么，跨运行时消息三件套缺一不合并，审计和架构决策记录可追溯。这套纪律让 AI 辅助开发在十周内产出的是可审计的代码，而不是一堆 prompt 残渣。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最后讲清楚边界。本地优先说的是数据库住在哪里，不是一切离线。README 里写得很直白，我们宁可把边界说清楚，也不借隐私两个字做营销。留在本地的是知识库本体，不配任何 AI 服务也能导入、浏览和关键词搜索。会出网的有两类，一是采集，会向对应平台发请求；二是 AI，LLM、embedding 和 ASR 会把相关文本发给你自己配置的服务商，目前唯一全离线的选项是本地 Ollama 做 embedding。实验性的 WebDAV 只同步配置不同步知识库，导出文件含你的全部资料请自行保管。agent 的只读边界和数据的出网边界，两条线都写在 README 和代码里。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今天能装上就用的，左边这七条：Chrome Web Store 已经上架，六平台接入，Chat agent，自动标签和转录总结，导出，实验性 WebDAV 配置同步，GPL-3.0 开源。接下来几个版本会动的地方在右边：更多内容来源正在按应用内的 Platform Request 反馈排期，接入契约已经就绪；知识库数据层的 WebDAV 同步；一个不经过 LLM 的独立语义搜索入口；还有嵌入和标签的回填与诊断面板，让哪些条目没进库、为什么在界面里可见。欢迎 issue 和范围清晰的 PR，新平台接入有契约测试兜底，漏接任何一层测试会直接告诉你缺哪里。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收藏不该是终点。六个平台，一个本地库，一个先查证、有来源、只读的 agent。仓库地址在屏幕上，Chrome Web Store 搜 favbase 就能装。谢谢各位评委，欢迎提问。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3_img1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4_img1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9_img1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1_img1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9F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8382000" cy="6858000"/>
            </a:xfrm>
            <a:prstGeom prst="rect">
              <a:avLst/>
            </a:prstGeom>
            <a:gradFill>
              <a:gsLst>
                <a:gs pos="0">
                  <a:srgbClr val="FC7E5B">
                    <a:alpha val="16000"/>
                  </a:srgbClr>
                </a:gs>
                <a:gs pos="100000">
                  <a:srgbClr val="FC7E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0" y="0"/>
              <a:ext cx="3810000" cy="6858000"/>
            </a:xfrm>
            <a:prstGeom prst="rect">
              <a:avLst/>
            </a:prstGeom>
            <a:solidFill>
              <a:srgbClr val="1F1B17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6265" y="609600"/>
            <a:ext cx="4335875" cy="919162"/>
            <a:chOff x="596265" y="609600"/>
            <a:chExt cx="4335875" cy="919162"/>
          </a:xfrm>
        </p:grpSpPr>
        <p:sp>
          <p:nvSpPr>
            <p:cNvPr id="6" name="Rectangle 6"/>
            <p:cNvSpPr/>
            <p:nvPr/>
          </p:nvSpPr>
          <p:spPr>
            <a:xfrm>
              <a:off x="609600" y="60960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557" y="70294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F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8725" y="709612"/>
              <a:ext cx="13855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favbase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6265" y="1315402"/>
              <a:ext cx="43358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LOCAL-FIRST BROWSER EXTENSION · OPEN SOURCE · GPL-3.0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2495550"/>
            <a:ext cx="6990588" cy="2257425"/>
            <a:chOff x="609600" y="2495550"/>
            <a:chExt cx="6990588" cy="2257425"/>
          </a:xfrm>
        </p:grpSpPr>
        <p:sp>
          <p:nvSpPr>
            <p:cNvPr id="11" name="Rectangle 11"/>
            <p:cNvSpPr/>
            <p:nvPr/>
          </p:nvSpPr>
          <p:spPr>
            <a:xfrm>
              <a:off x="609600" y="2495550"/>
              <a:ext cx="76200" cy="142875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3440" y="2510790"/>
              <a:ext cx="453847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把收藏，变成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3440" y="3272790"/>
              <a:ext cx="674674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可对话的</a:t>
              </a:r>
              <a:r>
                <a:rPr lang="zh-CN" sz="480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本地知识库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1540" y="4091940"/>
              <a:ext cx="50011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Agentic RAG inside a browser extension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5350" y="4448175"/>
              <a:ext cx="51535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本地优先 · 只读 agent · 每条回答都可点回原始来源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3408" y="5715000"/>
            <a:ext cx="7195184" cy="464344"/>
            <a:chOff x="593408" y="5715000"/>
            <a:chExt cx="7195184" cy="464344"/>
          </a:xfrm>
        </p:grpSpPr>
        <p:sp>
          <p:nvSpPr>
            <p:cNvPr id="17" name="Line 17"/>
            <p:cNvSpPr/>
            <p:nvPr/>
          </p:nvSpPr>
          <p:spPr>
            <a:xfrm>
              <a:off x="609600" y="5715000"/>
              <a:ext cx="7162800" cy="9525"/>
            </a:xfrm>
            <a:custGeom>
              <a:avLst/>
              <a:gdLst/>
              <a:ahLst/>
              <a:cxnLst/>
              <a:rect l="l" t="t" r="r" b="b"/>
              <a:pathLst>
                <a:path w="7162800" h="9525">
                  <a:moveTo>
                    <a:pt x="0" y="0"/>
                  </a:moveTo>
                  <a:lnTo>
                    <a:pt x="716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3408" y="59202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开源项目评审 · 2026-08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2302" y="5920264"/>
              <a:ext cx="30862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github.com/InvisibleQAQ/favbase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067800" y="1010602"/>
            <a:ext cx="3037046" cy="5414010"/>
            <a:chOff x="9067800" y="1010602"/>
            <a:chExt cx="3037046" cy="5414010"/>
          </a:xfrm>
        </p:grpSpPr>
        <p:sp>
          <p:nvSpPr>
            <p:cNvPr id="21" name="TextBox 21"/>
            <p:cNvSpPr txBox="1"/>
            <p:nvPr/>
          </p:nvSpPr>
          <p:spPr>
            <a:xfrm>
              <a:off x="9832777" y="1010602"/>
              <a:ext cx="9084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SIX SOURCES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067800" y="1390650"/>
              <a:ext cx="1066800" cy="838200"/>
            </a:xfrm>
            <a:prstGeom prst="roundRect">
              <a:avLst>
                <a:gd name="adj" fmla="val 13636"/>
              </a:avLst>
            </a:prstGeom>
            <a:solidFill>
              <a:srgbClr val="2A2521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410700" y="1602105"/>
              <a:ext cx="381000" cy="339090"/>
            </a:xfrm>
            <a:custGeom>
              <a:avLst/>
              <a:gdLst/>
              <a:ahLst/>
              <a:cxnLst/>
              <a:rect l="l" t="t" r="r" b="b"/>
              <a:pathLst>
                <a:path w="381000" h="339090">
                  <a:moveTo>
                    <a:pt x="282781" y="52911"/>
                  </a:moveTo>
                  <a:lnTo>
                    <a:pt x="296339" y="52911"/>
                  </a:lnTo>
                  <a:cubicBezTo>
                    <a:pt x="320310" y="53769"/>
                    <a:pt x="340297" y="62087"/>
                    <a:pt x="356235" y="77899"/>
                  </a:cubicBezTo>
                  <a:cubicBezTo>
                    <a:pt x="372173" y="93694"/>
                    <a:pt x="380429" y="113602"/>
                    <a:pt x="381000" y="137589"/>
                  </a:cubicBezTo>
                  <a:lnTo>
                    <a:pt x="381000" y="254429"/>
                  </a:lnTo>
                  <a:cubicBezTo>
                    <a:pt x="380429" y="278400"/>
                    <a:pt x="372173" y="298387"/>
                    <a:pt x="356235" y="314325"/>
                  </a:cubicBezTo>
                  <a:cubicBezTo>
                    <a:pt x="340297" y="330264"/>
                    <a:pt x="320326" y="338519"/>
                    <a:pt x="296339" y="339090"/>
                  </a:cubicBezTo>
                  <a:lnTo>
                    <a:pt x="84661" y="339090"/>
                  </a:lnTo>
                  <a:cubicBezTo>
                    <a:pt x="60690" y="338519"/>
                    <a:pt x="40703" y="330264"/>
                    <a:pt x="24765" y="314325"/>
                  </a:cubicBezTo>
                  <a:cubicBezTo>
                    <a:pt x="8826" y="298387"/>
                    <a:pt x="571" y="278416"/>
                    <a:pt x="0" y="254429"/>
                  </a:cubicBezTo>
                  <a:lnTo>
                    <a:pt x="0" y="137589"/>
                  </a:lnTo>
                  <a:cubicBezTo>
                    <a:pt x="571" y="113602"/>
                    <a:pt x="8826" y="93694"/>
                    <a:pt x="24765" y="77899"/>
                  </a:cubicBezTo>
                  <a:cubicBezTo>
                    <a:pt x="40703" y="62087"/>
                    <a:pt x="60674" y="53769"/>
                    <a:pt x="84661" y="52911"/>
                  </a:cubicBezTo>
                  <a:lnTo>
                    <a:pt x="96949" y="52911"/>
                  </a:lnTo>
                  <a:lnTo>
                    <a:pt x="78311" y="35131"/>
                  </a:lnTo>
                  <a:cubicBezTo>
                    <a:pt x="74437" y="31360"/>
                    <a:pt x="72294" y="26155"/>
                    <a:pt x="72390" y="20749"/>
                  </a:cubicBezTo>
                  <a:cubicBezTo>
                    <a:pt x="72390" y="15097"/>
                    <a:pt x="74358" y="10303"/>
                    <a:pt x="78311" y="6350"/>
                  </a:cubicBezTo>
                  <a:lnTo>
                    <a:pt x="78740" y="5921"/>
                  </a:lnTo>
                  <a:cubicBezTo>
                    <a:pt x="82979" y="1969"/>
                    <a:pt x="87836" y="0"/>
                    <a:pt x="93345" y="0"/>
                  </a:cubicBezTo>
                  <a:cubicBezTo>
                    <a:pt x="98854" y="0"/>
                    <a:pt x="103711" y="1969"/>
                    <a:pt x="107950" y="5921"/>
                  </a:cubicBezTo>
                  <a:lnTo>
                    <a:pt x="153241" y="49530"/>
                  </a:lnTo>
                  <a:cubicBezTo>
                    <a:pt x="154369" y="50657"/>
                    <a:pt x="155369" y="51784"/>
                    <a:pt x="156210" y="52911"/>
                  </a:cubicBezTo>
                  <a:lnTo>
                    <a:pt x="223949" y="52911"/>
                  </a:lnTo>
                  <a:cubicBezTo>
                    <a:pt x="224609" y="51656"/>
                    <a:pt x="225467" y="50514"/>
                    <a:pt x="226489" y="49530"/>
                  </a:cubicBezTo>
                  <a:lnTo>
                    <a:pt x="271780" y="5921"/>
                  </a:lnTo>
                  <a:cubicBezTo>
                    <a:pt x="276019" y="1969"/>
                    <a:pt x="280876" y="0"/>
                    <a:pt x="286385" y="0"/>
                  </a:cubicBezTo>
                  <a:cubicBezTo>
                    <a:pt x="291894" y="0"/>
                    <a:pt x="296894" y="2397"/>
                    <a:pt x="301133" y="6350"/>
                  </a:cubicBezTo>
                  <a:cubicBezTo>
                    <a:pt x="305371" y="10303"/>
                    <a:pt x="307340" y="15097"/>
                    <a:pt x="307340" y="20749"/>
                  </a:cubicBezTo>
                  <a:cubicBezTo>
                    <a:pt x="307340" y="26384"/>
                    <a:pt x="305371" y="31179"/>
                    <a:pt x="301419" y="35131"/>
                  </a:cubicBezTo>
                  <a:close/>
                  <a:moveTo>
                    <a:pt x="84661" y="93980"/>
                  </a:moveTo>
                  <a:cubicBezTo>
                    <a:pt x="72819" y="94266"/>
                    <a:pt x="62865" y="98362"/>
                    <a:pt x="54816" y="106251"/>
                  </a:cubicBezTo>
                  <a:cubicBezTo>
                    <a:pt x="46784" y="114157"/>
                    <a:pt x="42609" y="124190"/>
                    <a:pt x="42339" y="136319"/>
                  </a:cubicBezTo>
                  <a:lnTo>
                    <a:pt x="42339" y="255699"/>
                  </a:lnTo>
                  <a:cubicBezTo>
                    <a:pt x="42609" y="267827"/>
                    <a:pt x="46784" y="277844"/>
                    <a:pt x="54816" y="285750"/>
                  </a:cubicBezTo>
                  <a:cubicBezTo>
                    <a:pt x="62865" y="293656"/>
                    <a:pt x="72819" y="297752"/>
                    <a:pt x="84661" y="298021"/>
                  </a:cubicBezTo>
                  <a:lnTo>
                    <a:pt x="296339" y="298021"/>
                  </a:lnTo>
                  <a:cubicBezTo>
                    <a:pt x="308181" y="297752"/>
                    <a:pt x="318135" y="293656"/>
                    <a:pt x="326184" y="285750"/>
                  </a:cubicBezTo>
                  <a:cubicBezTo>
                    <a:pt x="334216" y="277844"/>
                    <a:pt x="338391" y="267827"/>
                    <a:pt x="338661" y="255699"/>
                  </a:cubicBezTo>
                  <a:lnTo>
                    <a:pt x="338661" y="136319"/>
                  </a:lnTo>
                  <a:cubicBezTo>
                    <a:pt x="338391" y="124174"/>
                    <a:pt x="334216" y="114157"/>
                    <a:pt x="326184" y="106251"/>
                  </a:cubicBezTo>
                  <a:cubicBezTo>
                    <a:pt x="318135" y="98362"/>
                    <a:pt x="308181" y="94266"/>
                    <a:pt x="296339" y="93980"/>
                  </a:cubicBezTo>
                  <a:close/>
                  <a:moveTo>
                    <a:pt x="127000" y="155369"/>
                  </a:moveTo>
                  <a:cubicBezTo>
                    <a:pt x="132921" y="155369"/>
                    <a:pt x="137859" y="157337"/>
                    <a:pt x="141811" y="161290"/>
                  </a:cubicBezTo>
                  <a:cubicBezTo>
                    <a:pt x="145780" y="165243"/>
                    <a:pt x="147891" y="170323"/>
                    <a:pt x="148161" y="176530"/>
                  </a:cubicBezTo>
                  <a:lnTo>
                    <a:pt x="148161" y="195151"/>
                  </a:lnTo>
                  <a:cubicBezTo>
                    <a:pt x="147891" y="201359"/>
                    <a:pt x="145780" y="206439"/>
                    <a:pt x="141811" y="210391"/>
                  </a:cubicBezTo>
                  <a:cubicBezTo>
                    <a:pt x="137859" y="214360"/>
                    <a:pt x="132921" y="216329"/>
                    <a:pt x="127000" y="216329"/>
                  </a:cubicBezTo>
                  <a:cubicBezTo>
                    <a:pt x="121079" y="216329"/>
                    <a:pt x="116142" y="214344"/>
                    <a:pt x="112189" y="210391"/>
                  </a:cubicBezTo>
                  <a:cubicBezTo>
                    <a:pt x="108220" y="206439"/>
                    <a:pt x="106108" y="201359"/>
                    <a:pt x="105839" y="195151"/>
                  </a:cubicBezTo>
                  <a:lnTo>
                    <a:pt x="105839" y="176530"/>
                  </a:lnTo>
                  <a:cubicBezTo>
                    <a:pt x="105839" y="170609"/>
                    <a:pt x="107887" y="165592"/>
                    <a:pt x="111966" y="161496"/>
                  </a:cubicBezTo>
                  <a:cubicBezTo>
                    <a:pt x="116062" y="157417"/>
                    <a:pt x="121079" y="155369"/>
                    <a:pt x="127000" y="155369"/>
                  </a:cubicBezTo>
                  <a:close/>
                  <a:moveTo>
                    <a:pt x="254000" y="155369"/>
                  </a:moveTo>
                  <a:cubicBezTo>
                    <a:pt x="259921" y="155369"/>
                    <a:pt x="264858" y="157337"/>
                    <a:pt x="268811" y="161290"/>
                  </a:cubicBezTo>
                  <a:cubicBezTo>
                    <a:pt x="272780" y="165243"/>
                    <a:pt x="274892" y="170323"/>
                    <a:pt x="275161" y="176530"/>
                  </a:cubicBezTo>
                  <a:lnTo>
                    <a:pt x="275161" y="195151"/>
                  </a:lnTo>
                  <a:cubicBezTo>
                    <a:pt x="274892" y="201359"/>
                    <a:pt x="272780" y="206439"/>
                    <a:pt x="268811" y="210391"/>
                  </a:cubicBezTo>
                  <a:cubicBezTo>
                    <a:pt x="264858" y="214360"/>
                    <a:pt x="259921" y="216329"/>
                    <a:pt x="254000" y="216329"/>
                  </a:cubicBezTo>
                  <a:cubicBezTo>
                    <a:pt x="248079" y="216329"/>
                    <a:pt x="243141" y="214344"/>
                    <a:pt x="239189" y="210391"/>
                  </a:cubicBezTo>
                  <a:cubicBezTo>
                    <a:pt x="235220" y="206439"/>
                    <a:pt x="233109" y="201359"/>
                    <a:pt x="232839" y="195151"/>
                  </a:cubicBezTo>
                  <a:lnTo>
                    <a:pt x="232839" y="176530"/>
                  </a:lnTo>
                  <a:cubicBezTo>
                    <a:pt x="233109" y="170323"/>
                    <a:pt x="235220" y="165243"/>
                    <a:pt x="239189" y="161290"/>
                  </a:cubicBezTo>
                  <a:cubicBezTo>
                    <a:pt x="243141" y="157337"/>
                    <a:pt x="248079" y="155369"/>
                    <a:pt x="254000" y="155369"/>
                  </a:cubicBezTo>
                  <a:close/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9175" y="2055495"/>
              <a:ext cx="404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Bilibili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439400" y="1390650"/>
              <a:ext cx="1066800" cy="838200"/>
            </a:xfrm>
            <a:prstGeom prst="roundRect">
              <a:avLst>
                <a:gd name="adj" fmla="val 13636"/>
              </a:avLst>
            </a:prstGeom>
            <a:solidFill>
              <a:srgbClr val="2A2521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0782300" y="1585865"/>
              <a:ext cx="381000" cy="373031"/>
            </a:xfrm>
            <a:custGeom>
              <a:avLst/>
              <a:gdLst/>
              <a:ahLst/>
              <a:cxnLst/>
              <a:rect l="l" t="t" r="r" b="b"/>
              <a:pathLst>
                <a:path w="381000" h="373031">
                  <a:moveTo>
                    <a:pt x="190500" y="0"/>
                  </a:moveTo>
                  <a:cubicBezTo>
                    <a:pt x="85249" y="0"/>
                    <a:pt x="0" y="85296"/>
                    <a:pt x="0" y="190500"/>
                  </a:cubicBezTo>
                  <a:cubicBezTo>
                    <a:pt x="0" y="274685"/>
                    <a:pt x="54578" y="346075"/>
                    <a:pt x="130254" y="371237"/>
                  </a:cubicBezTo>
                  <a:cubicBezTo>
                    <a:pt x="139779" y="373031"/>
                    <a:pt x="143272" y="367141"/>
                    <a:pt x="143272" y="362077"/>
                  </a:cubicBezTo>
                  <a:cubicBezTo>
                    <a:pt x="143272" y="357553"/>
                    <a:pt x="143113" y="345567"/>
                    <a:pt x="143034" y="329692"/>
                  </a:cubicBezTo>
                  <a:cubicBezTo>
                    <a:pt x="90043" y="341185"/>
                    <a:pt x="78867" y="304133"/>
                    <a:pt x="78867" y="304133"/>
                  </a:cubicBezTo>
                  <a:cubicBezTo>
                    <a:pt x="70199" y="282146"/>
                    <a:pt x="57674" y="276273"/>
                    <a:pt x="57674" y="276273"/>
                  </a:cubicBezTo>
                  <a:cubicBezTo>
                    <a:pt x="40418" y="264462"/>
                    <a:pt x="59007" y="264700"/>
                    <a:pt x="59007" y="264700"/>
                  </a:cubicBezTo>
                  <a:cubicBezTo>
                    <a:pt x="78137" y="266033"/>
                    <a:pt x="88186" y="284321"/>
                    <a:pt x="88186" y="284321"/>
                  </a:cubicBezTo>
                  <a:cubicBezTo>
                    <a:pt x="105172" y="313452"/>
                    <a:pt x="132779" y="305038"/>
                    <a:pt x="143669" y="300164"/>
                  </a:cubicBezTo>
                  <a:cubicBezTo>
                    <a:pt x="145383" y="287846"/>
                    <a:pt x="150289" y="279448"/>
                    <a:pt x="155734" y="274685"/>
                  </a:cubicBezTo>
                  <a:cubicBezTo>
                    <a:pt x="113427" y="269923"/>
                    <a:pt x="68961" y="253540"/>
                    <a:pt x="68961" y="180546"/>
                  </a:cubicBezTo>
                  <a:cubicBezTo>
                    <a:pt x="68961" y="159750"/>
                    <a:pt x="76343" y="142764"/>
                    <a:pt x="88567" y="129429"/>
                  </a:cubicBezTo>
                  <a:cubicBezTo>
                    <a:pt x="86423" y="124619"/>
                    <a:pt x="79994" y="105251"/>
                    <a:pt x="90234" y="79010"/>
                  </a:cubicBezTo>
                  <a:cubicBezTo>
                    <a:pt x="90234" y="79010"/>
                    <a:pt x="106188" y="73898"/>
                    <a:pt x="142621" y="98536"/>
                  </a:cubicBezTo>
                  <a:cubicBezTo>
                    <a:pt x="157861" y="94298"/>
                    <a:pt x="174053" y="92202"/>
                    <a:pt x="190246" y="92107"/>
                  </a:cubicBezTo>
                  <a:cubicBezTo>
                    <a:pt x="206439" y="92202"/>
                    <a:pt x="222631" y="94298"/>
                    <a:pt x="237871" y="98536"/>
                  </a:cubicBezTo>
                  <a:cubicBezTo>
                    <a:pt x="274066" y="73898"/>
                    <a:pt x="290020" y="79010"/>
                    <a:pt x="290020" y="79010"/>
                  </a:cubicBezTo>
                  <a:cubicBezTo>
                    <a:pt x="300260" y="105251"/>
                    <a:pt x="293830" y="124619"/>
                    <a:pt x="291925" y="129429"/>
                  </a:cubicBezTo>
                  <a:cubicBezTo>
                    <a:pt x="304070" y="142764"/>
                    <a:pt x="311452" y="159750"/>
                    <a:pt x="311452" y="180546"/>
                  </a:cubicBezTo>
                  <a:cubicBezTo>
                    <a:pt x="311452" y="253730"/>
                    <a:pt x="266922" y="269843"/>
                    <a:pt x="224536" y="274526"/>
                  </a:cubicBezTo>
                  <a:cubicBezTo>
                    <a:pt x="231203" y="280241"/>
                    <a:pt x="237395" y="291925"/>
                    <a:pt x="237395" y="309769"/>
                  </a:cubicBezTo>
                  <a:cubicBezTo>
                    <a:pt x="237395" y="335264"/>
                    <a:pt x="237157" y="355743"/>
                    <a:pt x="237157" y="361934"/>
                  </a:cubicBezTo>
                  <a:cubicBezTo>
                    <a:pt x="237157" y="366935"/>
                    <a:pt x="240490" y="372888"/>
                    <a:pt x="250253" y="370983"/>
                  </a:cubicBezTo>
                  <a:cubicBezTo>
                    <a:pt x="326469" y="345996"/>
                    <a:pt x="381000" y="274558"/>
                    <a:pt x="381000" y="190500"/>
                  </a:cubicBezTo>
                  <a:cubicBezTo>
                    <a:pt x="381000" y="85296"/>
                    <a:pt x="295704" y="0"/>
                    <a:pt x="190500" y="0"/>
                  </a:cubicBezTo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60916" y="2055495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067800" y="2381250"/>
              <a:ext cx="1066800" cy="838200"/>
            </a:xfrm>
            <a:prstGeom prst="roundRect">
              <a:avLst>
                <a:gd name="adj" fmla="val 13636"/>
              </a:avLst>
            </a:prstGeom>
            <a:solidFill>
              <a:srgbClr val="2A252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9482137" y="2607469"/>
              <a:ext cx="238125" cy="310284"/>
              <a:chOff x="9482137" y="2607469"/>
              <a:chExt cx="238125" cy="31028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9541669" y="2619375"/>
                <a:ext cx="166688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38125">
                    <a:moveTo>
                      <a:pt x="166688" y="11906"/>
                    </a:moveTo>
                    <a:lnTo>
                      <a:pt x="166688" y="238125"/>
                    </a:lnTo>
                    <a:lnTo>
                      <a:pt x="119062" y="204118"/>
                    </a:lnTo>
                    <a:lnTo>
                      <a:pt x="119062" y="59531"/>
                    </a:lnTo>
                    <a:cubicBezTo>
                      <a:pt x="119062" y="52956"/>
                      <a:pt x="113732" y="47625"/>
                      <a:pt x="107156" y="47625"/>
                    </a:cubicBezTo>
                    <a:lnTo>
                      <a:pt x="0" y="47625"/>
                    </a:ln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154781" y="0"/>
                    </a:lnTo>
                    <a:cubicBezTo>
                      <a:pt x="161357" y="0"/>
                      <a:pt x="166688" y="5331"/>
                      <a:pt x="166688" y="11906"/>
                    </a:cubicBezTo>
                    <a:close/>
                  </a:path>
                </a:pathLst>
              </a:custGeom>
              <a:solidFill>
                <a:srgbClr val="F3EEE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482137" y="2607469"/>
                <a:ext cx="238125" cy="310284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0284">
                    <a:moveTo>
                      <a:pt x="214313" y="0"/>
                    </a:moveTo>
                    <a:lnTo>
                      <a:pt x="71438" y="0"/>
                    </a:lnTo>
                    <a:cubicBezTo>
                      <a:pt x="58286" y="0"/>
                      <a:pt x="47625" y="10661"/>
                      <a:pt x="47625" y="23812"/>
                    </a:cubicBezTo>
                    <a:lnTo>
                      <a:pt x="47625" y="47625"/>
                    </a:lnTo>
                    <a:lnTo>
                      <a:pt x="23813" y="47625"/>
                    </a:lnTo>
                    <a:cubicBezTo>
                      <a:pt x="10661" y="47625"/>
                      <a:pt x="0" y="58286"/>
                      <a:pt x="0" y="71438"/>
                    </a:cubicBezTo>
                    <a:lnTo>
                      <a:pt x="0" y="297656"/>
                    </a:lnTo>
                    <a:cubicBezTo>
                      <a:pt x="0" y="302116"/>
                      <a:pt x="2493" y="306202"/>
                      <a:pt x="6458" y="308243"/>
                    </a:cubicBezTo>
                    <a:cubicBezTo>
                      <a:pt x="10424" y="310284"/>
                      <a:pt x="15198" y="309937"/>
                      <a:pt x="18827" y="307345"/>
                    </a:cubicBezTo>
                    <a:lnTo>
                      <a:pt x="95250" y="252755"/>
                    </a:lnTo>
                    <a:lnTo>
                      <a:pt x="171688" y="307345"/>
                    </a:lnTo>
                    <a:cubicBezTo>
                      <a:pt x="175317" y="309929"/>
                      <a:pt x="180085" y="310271"/>
                      <a:pt x="184045" y="308231"/>
                    </a:cubicBezTo>
                    <a:cubicBezTo>
                      <a:pt x="188006" y="306191"/>
                      <a:pt x="190496" y="302111"/>
                      <a:pt x="190500" y="297656"/>
                    </a:cubicBezTo>
                    <a:lnTo>
                      <a:pt x="190500" y="239152"/>
                    </a:lnTo>
                    <a:lnTo>
                      <a:pt x="219298" y="259720"/>
                    </a:lnTo>
                    <a:cubicBezTo>
                      <a:pt x="222928" y="262312"/>
                      <a:pt x="227701" y="262659"/>
                      <a:pt x="231667" y="260618"/>
                    </a:cubicBezTo>
                    <a:cubicBezTo>
                      <a:pt x="235633" y="258577"/>
                      <a:pt x="238125" y="254491"/>
                      <a:pt x="238125" y="250031"/>
                    </a:cubicBezTo>
                    <a:lnTo>
                      <a:pt x="238125" y="23812"/>
                    </a:lnTo>
                    <a:cubicBezTo>
                      <a:pt x="238125" y="10661"/>
                      <a:pt x="227464" y="0"/>
                      <a:pt x="214313" y="0"/>
                    </a:cubicBezTo>
                    <a:close/>
                    <a:moveTo>
                      <a:pt x="166688" y="274528"/>
                    </a:moveTo>
                    <a:lnTo>
                      <a:pt x="102156" y="228392"/>
                    </a:lnTo>
                    <a:cubicBezTo>
                      <a:pt x="98016" y="225435"/>
                      <a:pt x="92455" y="225435"/>
                      <a:pt x="88315" y="228392"/>
                    </a:cubicBezTo>
                    <a:lnTo>
                      <a:pt x="23813" y="274513"/>
                    </a:lnTo>
                    <a:lnTo>
                      <a:pt x="23813" y="71438"/>
                    </a:lnTo>
                    <a:lnTo>
                      <a:pt x="166688" y="71438"/>
                    </a:lnTo>
                    <a:close/>
                    <a:moveTo>
                      <a:pt x="214313" y="226903"/>
                    </a:moveTo>
                    <a:lnTo>
                      <a:pt x="190500" y="209848"/>
                    </a:lnTo>
                    <a:lnTo>
                      <a:pt x="190500" y="71438"/>
                    </a:lnTo>
                    <a:cubicBezTo>
                      <a:pt x="190500" y="58286"/>
                      <a:pt x="179839" y="47625"/>
                      <a:pt x="166688" y="47625"/>
                    </a:cubicBezTo>
                    <a:lnTo>
                      <a:pt x="71438" y="47625"/>
                    </a:lnTo>
                    <a:lnTo>
                      <a:pt x="71438" y="23812"/>
                    </a:lnTo>
                    <a:lnTo>
                      <a:pt x="214313" y="23812"/>
                    </a:lnTo>
                    <a:close/>
                  </a:path>
                </a:pathLst>
              </a:custGeom>
              <a:solidFill>
                <a:srgbClr val="F3EEE7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251299" y="3046095"/>
              <a:ext cx="699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Bookmarks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39400" y="2381250"/>
              <a:ext cx="1066800" cy="838200"/>
            </a:xfrm>
            <a:prstGeom prst="roundRect">
              <a:avLst>
                <a:gd name="adj" fmla="val 13636"/>
              </a:avLst>
            </a:prstGeom>
            <a:solidFill>
              <a:srgbClr val="2A2521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0786396" y="2571750"/>
              <a:ext cx="372808" cy="381000"/>
            </a:xfrm>
            <a:custGeom>
              <a:avLst/>
              <a:gdLst/>
              <a:ahLst/>
              <a:cxnLst/>
              <a:rect l="l" t="t" r="r" b="b"/>
              <a:pathLst>
                <a:path w="372808" h="381000">
                  <a:moveTo>
                    <a:pt x="221869" y="161322"/>
                  </a:moveTo>
                  <a:lnTo>
                    <a:pt x="360664" y="0"/>
                  </a:lnTo>
                  <a:lnTo>
                    <a:pt x="327771" y="0"/>
                  </a:lnTo>
                  <a:lnTo>
                    <a:pt x="207264" y="140081"/>
                  </a:lnTo>
                  <a:lnTo>
                    <a:pt x="111014" y="0"/>
                  </a:lnTo>
                  <a:lnTo>
                    <a:pt x="0" y="0"/>
                  </a:lnTo>
                  <a:lnTo>
                    <a:pt x="145542" y="211820"/>
                  </a:lnTo>
                  <a:lnTo>
                    <a:pt x="0" y="381000"/>
                  </a:lnTo>
                  <a:lnTo>
                    <a:pt x="32893" y="381000"/>
                  </a:lnTo>
                  <a:lnTo>
                    <a:pt x="160147" y="233077"/>
                  </a:lnTo>
                  <a:lnTo>
                    <a:pt x="261795" y="381000"/>
                  </a:lnTo>
                  <a:lnTo>
                    <a:pt x="372808" y="381000"/>
                  </a:lnTo>
                  <a:close/>
                  <a:moveTo>
                    <a:pt x="176832" y="213693"/>
                  </a:moveTo>
                  <a:lnTo>
                    <a:pt x="162084" y="192596"/>
                  </a:lnTo>
                  <a:lnTo>
                    <a:pt x="44736" y="24765"/>
                  </a:lnTo>
                  <a:lnTo>
                    <a:pt x="95250" y="24765"/>
                  </a:lnTo>
                  <a:lnTo>
                    <a:pt x="189944" y="160210"/>
                  </a:lnTo>
                  <a:lnTo>
                    <a:pt x="204692" y="181308"/>
                  </a:lnTo>
                  <a:lnTo>
                    <a:pt x="327787" y="357362"/>
                  </a:lnTo>
                  <a:lnTo>
                    <a:pt x="277273" y="357362"/>
                  </a:lnTo>
                  <a:close/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5223" y="30460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X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067800" y="3371850"/>
              <a:ext cx="1066800" cy="838200"/>
            </a:xfrm>
            <a:prstGeom prst="roundRect">
              <a:avLst>
                <a:gd name="adj" fmla="val 13636"/>
              </a:avLst>
            </a:prstGeom>
            <a:solidFill>
              <a:srgbClr val="2A2521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0700" y="3533442"/>
              <a:ext cx="381000" cy="409908"/>
            </a:xfrm>
            <a:custGeom>
              <a:avLst/>
              <a:gdLst/>
              <a:ahLst/>
              <a:cxnLst/>
              <a:rect l="l" t="t" r="r" b="b"/>
              <a:pathLst>
                <a:path w="381000" h="409908">
                  <a:moveTo>
                    <a:pt x="90821" y="28908"/>
                  </a:moveTo>
                  <a:cubicBezTo>
                    <a:pt x="35735" y="28908"/>
                    <a:pt x="0" y="64627"/>
                    <a:pt x="0" y="119698"/>
                  </a:cubicBezTo>
                  <a:lnTo>
                    <a:pt x="0" y="319103"/>
                  </a:lnTo>
                  <a:cubicBezTo>
                    <a:pt x="0" y="374206"/>
                    <a:pt x="35750" y="409908"/>
                    <a:pt x="90821" y="409908"/>
                  </a:cubicBezTo>
                  <a:lnTo>
                    <a:pt x="290211" y="409908"/>
                  </a:lnTo>
                  <a:cubicBezTo>
                    <a:pt x="345297" y="409908"/>
                    <a:pt x="381000" y="374190"/>
                    <a:pt x="381000" y="319119"/>
                  </a:cubicBezTo>
                  <a:lnTo>
                    <a:pt x="381000" y="119713"/>
                  </a:lnTo>
                  <a:cubicBezTo>
                    <a:pt x="381000" y="64611"/>
                    <a:pt x="345281" y="28908"/>
                    <a:pt x="290211" y="28908"/>
                  </a:cubicBezTo>
                  <a:close/>
                  <a:moveTo>
                    <a:pt x="121999" y="93647"/>
                  </a:moveTo>
                  <a:cubicBezTo>
                    <a:pt x="117697" y="105235"/>
                    <a:pt x="114062" y="116411"/>
                    <a:pt x="111204" y="127143"/>
                  </a:cubicBezTo>
                  <a:lnTo>
                    <a:pt x="184023" y="127143"/>
                  </a:lnTo>
                  <a:cubicBezTo>
                    <a:pt x="192675" y="127048"/>
                    <a:pt x="191087" y="145685"/>
                    <a:pt x="191087" y="145733"/>
                  </a:cubicBezTo>
                  <a:lnTo>
                    <a:pt x="148971" y="145733"/>
                  </a:lnTo>
                  <a:lnTo>
                    <a:pt x="192024" y="145733"/>
                  </a:lnTo>
                  <a:cubicBezTo>
                    <a:pt x="198183" y="146098"/>
                    <a:pt x="198263" y="165592"/>
                    <a:pt x="198263" y="165830"/>
                  </a:cubicBezTo>
                  <a:lnTo>
                    <a:pt x="145780" y="165830"/>
                  </a:lnTo>
                  <a:lnTo>
                    <a:pt x="157798" y="156242"/>
                  </a:lnTo>
                  <a:cubicBezTo>
                    <a:pt x="164973" y="163481"/>
                    <a:pt x="181801" y="183420"/>
                    <a:pt x="188055" y="190802"/>
                  </a:cubicBezTo>
                  <a:cubicBezTo>
                    <a:pt x="195564" y="201613"/>
                    <a:pt x="189055" y="223838"/>
                    <a:pt x="189055" y="223838"/>
                  </a:cubicBezTo>
                  <a:lnTo>
                    <a:pt x="144701" y="170148"/>
                  </a:lnTo>
                  <a:cubicBezTo>
                    <a:pt x="134334" y="210122"/>
                    <a:pt x="115411" y="227409"/>
                    <a:pt x="115411" y="227409"/>
                  </a:cubicBezTo>
                  <a:cubicBezTo>
                    <a:pt x="107109" y="234839"/>
                    <a:pt x="90329" y="240427"/>
                    <a:pt x="73501" y="235601"/>
                  </a:cubicBezTo>
                  <a:cubicBezTo>
                    <a:pt x="108712" y="208137"/>
                    <a:pt x="128111" y="173419"/>
                    <a:pt x="131715" y="132461"/>
                  </a:cubicBezTo>
                  <a:lnTo>
                    <a:pt x="71295" y="132461"/>
                  </a:lnTo>
                  <a:cubicBezTo>
                    <a:pt x="71295" y="132223"/>
                    <a:pt x="74422" y="112728"/>
                    <a:pt x="84090" y="112363"/>
                  </a:cubicBezTo>
                  <a:lnTo>
                    <a:pt x="127111" y="112363"/>
                  </a:lnTo>
                  <a:cubicBezTo>
                    <a:pt x="127492" y="107283"/>
                    <a:pt x="128476" y="60706"/>
                    <a:pt x="128476" y="52086"/>
                  </a:cubicBezTo>
                  <a:lnTo>
                    <a:pt x="104743" y="52086"/>
                  </a:lnTo>
                  <a:cubicBezTo>
                    <a:pt x="102584" y="58531"/>
                    <a:pt x="102235" y="59182"/>
                    <a:pt x="100489" y="64040"/>
                  </a:cubicBezTo>
                  <a:cubicBezTo>
                    <a:pt x="91059" y="81423"/>
                    <a:pt x="75041" y="81852"/>
                    <a:pt x="70215" y="82375"/>
                  </a:cubicBezTo>
                  <a:cubicBezTo>
                    <a:pt x="84598" y="53467"/>
                    <a:pt x="92694" y="25225"/>
                    <a:pt x="95472" y="17859"/>
                  </a:cubicBezTo>
                  <a:cubicBezTo>
                    <a:pt x="102219" y="16"/>
                    <a:pt x="121999" y="0"/>
                    <a:pt x="121999" y="0"/>
                  </a:cubicBezTo>
                  <a:close/>
                  <a:moveTo>
                    <a:pt x="207613" y="124158"/>
                  </a:moveTo>
                  <a:lnTo>
                    <a:pt x="308848" y="124158"/>
                  </a:lnTo>
                  <a:lnTo>
                    <a:pt x="308848" y="304022"/>
                  </a:lnTo>
                  <a:lnTo>
                    <a:pt x="268002" y="304022"/>
                  </a:lnTo>
                  <a:lnTo>
                    <a:pt x="233331" y="325819"/>
                  </a:lnTo>
                  <a:lnTo>
                    <a:pt x="226965" y="304022"/>
                  </a:lnTo>
                  <a:lnTo>
                    <a:pt x="207613" y="304022"/>
                  </a:lnTo>
                  <a:close/>
                  <a:moveTo>
                    <a:pt x="228457" y="143510"/>
                  </a:moveTo>
                  <a:lnTo>
                    <a:pt x="228457" y="284163"/>
                  </a:lnTo>
                  <a:lnTo>
                    <a:pt x="238347" y="284163"/>
                  </a:lnTo>
                  <a:lnTo>
                    <a:pt x="242522" y="299037"/>
                  </a:lnTo>
                  <a:lnTo>
                    <a:pt x="265620" y="284147"/>
                  </a:lnTo>
                  <a:lnTo>
                    <a:pt x="288734" y="284147"/>
                  </a:lnTo>
                  <a:lnTo>
                    <a:pt x="288734" y="143494"/>
                  </a:lnTo>
                  <a:close/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25464" y="4036695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Zhihu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39400" y="3371850"/>
              <a:ext cx="1066800" cy="838200"/>
            </a:xfrm>
            <a:prstGeom prst="roundRect">
              <a:avLst>
                <a:gd name="adj" fmla="val 13636"/>
              </a:avLst>
            </a:prstGeom>
            <a:solidFill>
              <a:srgbClr val="2A2521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782300" y="3618627"/>
              <a:ext cx="381000" cy="268446"/>
            </a:xfrm>
            <a:custGeom>
              <a:avLst/>
              <a:gdLst/>
              <a:ahLst/>
              <a:cxnLst/>
              <a:rect l="l" t="t" r="r" b="b"/>
              <a:pathLst>
                <a:path w="381000" h="268446">
                  <a:moveTo>
                    <a:pt x="373031" y="41926"/>
                  </a:moveTo>
                  <a:cubicBezTo>
                    <a:pt x="368650" y="25425"/>
                    <a:pt x="355815" y="12506"/>
                    <a:pt x="339344" y="8017"/>
                  </a:cubicBezTo>
                  <a:cubicBezTo>
                    <a:pt x="309642" y="0"/>
                    <a:pt x="190500" y="0"/>
                    <a:pt x="190500" y="0"/>
                  </a:cubicBezTo>
                  <a:cubicBezTo>
                    <a:pt x="190500" y="0"/>
                    <a:pt x="71358" y="0"/>
                    <a:pt x="41640" y="8017"/>
                  </a:cubicBezTo>
                  <a:cubicBezTo>
                    <a:pt x="25177" y="12514"/>
                    <a:pt x="12350" y="25431"/>
                    <a:pt x="7969" y="41926"/>
                  </a:cubicBezTo>
                  <a:cubicBezTo>
                    <a:pt x="0" y="71834"/>
                    <a:pt x="0" y="134223"/>
                    <a:pt x="0" y="134223"/>
                  </a:cubicBezTo>
                  <a:cubicBezTo>
                    <a:pt x="0" y="134223"/>
                    <a:pt x="0" y="196612"/>
                    <a:pt x="7969" y="226520"/>
                  </a:cubicBezTo>
                  <a:cubicBezTo>
                    <a:pt x="12350" y="243021"/>
                    <a:pt x="25185" y="255940"/>
                    <a:pt x="41656" y="260429"/>
                  </a:cubicBezTo>
                  <a:cubicBezTo>
                    <a:pt x="71358" y="268446"/>
                    <a:pt x="190500" y="268446"/>
                    <a:pt x="190500" y="268446"/>
                  </a:cubicBezTo>
                  <a:cubicBezTo>
                    <a:pt x="190500" y="268446"/>
                    <a:pt x="309642" y="268446"/>
                    <a:pt x="339360" y="260429"/>
                  </a:cubicBezTo>
                  <a:cubicBezTo>
                    <a:pt x="355833" y="255943"/>
                    <a:pt x="368669" y="243022"/>
                    <a:pt x="373047" y="226520"/>
                  </a:cubicBezTo>
                  <a:cubicBezTo>
                    <a:pt x="381000" y="196612"/>
                    <a:pt x="381000" y="134223"/>
                    <a:pt x="381000" y="134223"/>
                  </a:cubicBezTo>
                  <a:cubicBezTo>
                    <a:pt x="381000" y="134223"/>
                    <a:pt x="381000" y="71834"/>
                    <a:pt x="373031" y="41926"/>
                  </a:cubicBezTo>
                  <a:close/>
                  <a:moveTo>
                    <a:pt x="151527" y="190865"/>
                  </a:moveTo>
                  <a:lnTo>
                    <a:pt x="151527" y="77581"/>
                  </a:lnTo>
                  <a:lnTo>
                    <a:pt x="251111" y="134223"/>
                  </a:lnTo>
                  <a:lnTo>
                    <a:pt x="151527" y="190865"/>
                  </a:lnTo>
                  <a:close/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708338" y="403669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YouTube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10287000" y="4381500"/>
              <a:ext cx="1" cy="533400"/>
            </a:xfrm>
            <a:prstGeom prst="line">
              <a:avLst/>
            </a:prstGeom>
            <a:noFill/>
            <a:ln w="28575">
              <a:solidFill>
                <a:srgbClr val="FC7E5B"/>
              </a:solidFill>
              <a:tailEnd type="triangle" w="lg" len="lg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67800" y="5029200"/>
              <a:ext cx="2438400" cy="914400"/>
            </a:xfrm>
            <a:prstGeom prst="roundRect">
              <a:avLst>
                <a:gd name="adj" fmla="val 12500"/>
              </a:avLst>
            </a:prstGeom>
            <a:solidFill>
              <a:srgbClr val="FC7E5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382125" y="5331619"/>
              <a:ext cx="285750" cy="309562"/>
              <a:chOff x="9382125" y="5331619"/>
              <a:chExt cx="285750" cy="3095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94031" y="5343525"/>
                <a:ext cx="2619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142875">
                    <a:moveTo>
                      <a:pt x="261938" y="71438"/>
                    </a:moveTo>
                    <a:cubicBezTo>
                      <a:pt x="261938" y="110892"/>
                      <a:pt x="203299" y="142875"/>
                      <a:pt x="130969" y="142875"/>
                    </a:cubicBezTo>
                    <a:cubicBezTo>
                      <a:pt x="58638" y="142875"/>
                      <a:pt x="0" y="110892"/>
                      <a:pt x="0" y="71438"/>
                    </a:cubicBezTo>
                    <a:cubicBezTo>
                      <a:pt x="0" y="31983"/>
                      <a:pt x="58638" y="0"/>
                      <a:pt x="130969" y="0"/>
                    </a:cubicBezTo>
                    <a:cubicBezTo>
                      <a:pt x="203299" y="0"/>
                      <a:pt x="261938" y="31983"/>
                      <a:pt x="261938" y="71438"/>
                    </a:cubicBezTo>
                    <a:close/>
                  </a:path>
                </a:pathLst>
              </a:custGeom>
              <a:solidFill>
                <a:srgbClr val="1F1B1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382125" y="5331619"/>
                <a:ext cx="285750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09562">
                    <a:moveTo>
                      <a:pt x="142875" y="0"/>
                    </a:moveTo>
                    <a:cubicBezTo>
                      <a:pt x="62761" y="0"/>
                      <a:pt x="0" y="36612"/>
                      <a:pt x="0" y="83344"/>
                    </a:cubicBezTo>
                    <a:lnTo>
                      <a:pt x="0" y="226219"/>
                    </a:lnTo>
                    <a:cubicBezTo>
                      <a:pt x="0" y="272951"/>
                      <a:pt x="62761" y="309562"/>
                      <a:pt x="142875" y="309562"/>
                    </a:cubicBezTo>
                    <a:cubicBezTo>
                      <a:pt x="222989" y="309562"/>
                      <a:pt x="285750" y="272951"/>
                      <a:pt x="285750" y="226219"/>
                    </a:cubicBezTo>
                    <a:lnTo>
                      <a:pt x="285750" y="83344"/>
                    </a:lnTo>
                    <a:cubicBezTo>
                      <a:pt x="285750" y="36612"/>
                      <a:pt x="222989" y="0"/>
                      <a:pt x="142875" y="0"/>
                    </a:cubicBezTo>
                    <a:close/>
                    <a:moveTo>
                      <a:pt x="261938" y="154781"/>
                    </a:moveTo>
                    <a:cubicBezTo>
                      <a:pt x="261938" y="169099"/>
                      <a:pt x="250210" y="183699"/>
                      <a:pt x="229776" y="194846"/>
                    </a:cubicBezTo>
                    <a:cubicBezTo>
                      <a:pt x="206767" y="207392"/>
                      <a:pt x="175900" y="214312"/>
                      <a:pt x="142875" y="214312"/>
                    </a:cubicBezTo>
                    <a:cubicBezTo>
                      <a:pt x="109850" y="214312"/>
                      <a:pt x="78983" y="207392"/>
                      <a:pt x="55974" y="194846"/>
                    </a:cubicBezTo>
                    <a:cubicBezTo>
                      <a:pt x="35540" y="183699"/>
                      <a:pt x="23812" y="169099"/>
                      <a:pt x="23812" y="154781"/>
                    </a:cubicBezTo>
                    <a:lnTo>
                      <a:pt x="23812" y="130016"/>
                    </a:lnTo>
                    <a:cubicBezTo>
                      <a:pt x="49203" y="152340"/>
                      <a:pt x="92616" y="166688"/>
                      <a:pt x="142875" y="166688"/>
                    </a:cubicBezTo>
                    <a:cubicBezTo>
                      <a:pt x="193134" y="166688"/>
                      <a:pt x="236547" y="152281"/>
                      <a:pt x="261938" y="130016"/>
                    </a:cubicBezTo>
                    <a:close/>
                    <a:moveTo>
                      <a:pt x="55974" y="43279"/>
                    </a:moveTo>
                    <a:cubicBezTo>
                      <a:pt x="78983" y="30733"/>
                      <a:pt x="109850" y="23812"/>
                      <a:pt x="142875" y="23812"/>
                    </a:cubicBezTo>
                    <a:cubicBezTo>
                      <a:pt x="175900" y="23812"/>
                      <a:pt x="206767" y="30733"/>
                      <a:pt x="229776" y="43279"/>
                    </a:cubicBezTo>
                    <a:cubicBezTo>
                      <a:pt x="250210" y="54426"/>
                      <a:pt x="261938" y="69026"/>
                      <a:pt x="261938" y="83344"/>
                    </a:cubicBezTo>
                    <a:cubicBezTo>
                      <a:pt x="261938" y="97661"/>
                      <a:pt x="250210" y="112261"/>
                      <a:pt x="229776" y="123408"/>
                    </a:cubicBezTo>
                    <a:cubicBezTo>
                      <a:pt x="206767" y="135954"/>
                      <a:pt x="175900" y="142875"/>
                      <a:pt x="142875" y="142875"/>
                    </a:cubicBezTo>
                    <a:cubicBezTo>
                      <a:pt x="109850" y="142875"/>
                      <a:pt x="78983" y="135954"/>
                      <a:pt x="55974" y="123408"/>
                    </a:cubicBezTo>
                    <a:cubicBezTo>
                      <a:pt x="35540" y="112261"/>
                      <a:pt x="23812" y="97661"/>
                      <a:pt x="23812" y="83344"/>
                    </a:cubicBezTo>
                    <a:cubicBezTo>
                      <a:pt x="23812" y="69026"/>
                      <a:pt x="35540" y="54426"/>
                      <a:pt x="55974" y="43279"/>
                    </a:cubicBezTo>
                    <a:close/>
                    <a:moveTo>
                      <a:pt x="229776" y="266283"/>
                    </a:moveTo>
                    <a:cubicBezTo>
                      <a:pt x="206767" y="278829"/>
                      <a:pt x="175900" y="285750"/>
                      <a:pt x="142875" y="285750"/>
                    </a:cubicBezTo>
                    <a:cubicBezTo>
                      <a:pt x="109850" y="285750"/>
                      <a:pt x="78983" y="278829"/>
                      <a:pt x="55974" y="266283"/>
                    </a:cubicBezTo>
                    <a:cubicBezTo>
                      <a:pt x="35540" y="255136"/>
                      <a:pt x="23812" y="240536"/>
                      <a:pt x="23812" y="226219"/>
                    </a:cubicBezTo>
                    <a:lnTo>
                      <a:pt x="23812" y="201454"/>
                    </a:lnTo>
                    <a:cubicBezTo>
                      <a:pt x="49203" y="223778"/>
                      <a:pt x="92616" y="238125"/>
                      <a:pt x="142875" y="238125"/>
                    </a:cubicBezTo>
                    <a:cubicBezTo>
                      <a:pt x="193134" y="238125"/>
                      <a:pt x="236547" y="223718"/>
                      <a:pt x="261938" y="201454"/>
                    </a:cubicBezTo>
                    <a:lnTo>
                      <a:pt x="261938" y="226219"/>
                    </a:lnTo>
                    <a:cubicBezTo>
                      <a:pt x="261938" y="240536"/>
                      <a:pt x="250210" y="255136"/>
                      <a:pt x="229776" y="266283"/>
                    </a:cubicBezTo>
                    <a:close/>
                  </a:path>
                </a:pathLst>
              </a:custGeom>
              <a:solidFill>
                <a:srgbClr val="1F1B17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848850" y="5248275"/>
              <a:ext cx="17863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ONE LOCAL BASE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4565" y="5544502"/>
              <a:ext cx="2250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PGlite + pgvector · 浏览器本地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53550" y="62112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search · tag · ask · cite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4678680" cy="739140"/>
            <a:chOff x="609600" y="584835"/>
            <a:chExt cx="4678680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213883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收藏即遗忘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45072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"先收藏，以后看" 是互联网上最大的善意谎言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5780" y="2430780"/>
            <a:ext cx="4327065" cy="2472214"/>
            <a:chOff x="525780" y="2430780"/>
            <a:chExt cx="4327065" cy="2472214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2430780"/>
              <a:ext cx="2950988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C7E5B"/>
                  </a:solidFill>
                  <a:latin typeface="Arial"/>
                  <a:ea typeface="Microsoft YaHei"/>
                  <a:cs typeface="Arial"/>
                </a:rPr>
                <a:t>2,228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338137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一个真实用户库里的收藏条目数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3408" y="3691414"/>
              <a:ext cx="39708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分布在 </a:t>
              </a:r>
              <a:r>
                <a:rPr lang="zh-CN" sz="1275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6</a:t>
              </a:r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个平台，靠记忆能找回的部分趋近于零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41910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3408" y="4396264"/>
              <a:ext cx="27138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来源：favbase Dashboard 截图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3408" y="4643914"/>
              <a:ext cx="42594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（Bilibili 395 · GitHub 131 · 书签 777 · 知乎 925）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405437" y="1672590"/>
            <a:ext cx="6176963" cy="1156335"/>
            <a:chOff x="5405437" y="1672590"/>
            <a:chExt cx="6176963" cy="1156335"/>
          </a:xfrm>
        </p:grpSpPr>
        <p:grpSp>
          <p:nvGrpSpPr>
            <p:cNvPr id="16" name="Group 16"/>
            <p:cNvGrpSpPr/>
            <p:nvPr/>
          </p:nvGrpSpPr>
          <p:grpSpPr>
            <a:xfrm>
              <a:off x="5405437" y="1712119"/>
              <a:ext cx="238125" cy="310284"/>
              <a:chOff x="5405437" y="1712119"/>
              <a:chExt cx="238125" cy="31028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464969" y="1724025"/>
                <a:ext cx="166688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38125">
                    <a:moveTo>
                      <a:pt x="166688" y="11906"/>
                    </a:moveTo>
                    <a:lnTo>
                      <a:pt x="166688" y="238125"/>
                    </a:lnTo>
                    <a:lnTo>
                      <a:pt x="119062" y="204118"/>
                    </a:lnTo>
                    <a:lnTo>
                      <a:pt x="119062" y="59531"/>
                    </a:lnTo>
                    <a:cubicBezTo>
                      <a:pt x="119062" y="52956"/>
                      <a:pt x="113732" y="47625"/>
                      <a:pt x="107156" y="47625"/>
                    </a:cubicBezTo>
                    <a:lnTo>
                      <a:pt x="0" y="47625"/>
                    </a:ln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154781" y="0"/>
                    </a:lnTo>
                    <a:cubicBezTo>
                      <a:pt x="161357" y="0"/>
                      <a:pt x="166688" y="5331"/>
                      <a:pt x="166688" y="11906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405437" y="1712119"/>
                <a:ext cx="238125" cy="310284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0284">
                    <a:moveTo>
                      <a:pt x="214313" y="0"/>
                    </a:moveTo>
                    <a:lnTo>
                      <a:pt x="71438" y="0"/>
                    </a:lnTo>
                    <a:cubicBezTo>
                      <a:pt x="58286" y="0"/>
                      <a:pt x="47625" y="10661"/>
                      <a:pt x="47625" y="23812"/>
                    </a:cubicBezTo>
                    <a:lnTo>
                      <a:pt x="47625" y="47625"/>
                    </a:lnTo>
                    <a:lnTo>
                      <a:pt x="23813" y="47625"/>
                    </a:lnTo>
                    <a:cubicBezTo>
                      <a:pt x="10661" y="47625"/>
                      <a:pt x="0" y="58286"/>
                      <a:pt x="0" y="71438"/>
                    </a:cubicBezTo>
                    <a:lnTo>
                      <a:pt x="0" y="297656"/>
                    </a:lnTo>
                    <a:cubicBezTo>
                      <a:pt x="0" y="302116"/>
                      <a:pt x="2493" y="306202"/>
                      <a:pt x="6458" y="308243"/>
                    </a:cubicBezTo>
                    <a:cubicBezTo>
                      <a:pt x="10424" y="310284"/>
                      <a:pt x="15198" y="309937"/>
                      <a:pt x="18827" y="307345"/>
                    </a:cubicBezTo>
                    <a:lnTo>
                      <a:pt x="95250" y="252755"/>
                    </a:lnTo>
                    <a:lnTo>
                      <a:pt x="171688" y="307345"/>
                    </a:lnTo>
                    <a:cubicBezTo>
                      <a:pt x="175317" y="309929"/>
                      <a:pt x="180085" y="310271"/>
                      <a:pt x="184045" y="308231"/>
                    </a:cubicBezTo>
                    <a:cubicBezTo>
                      <a:pt x="188006" y="306191"/>
                      <a:pt x="190496" y="302111"/>
                      <a:pt x="190500" y="297656"/>
                    </a:cubicBezTo>
                    <a:lnTo>
                      <a:pt x="190500" y="239152"/>
                    </a:lnTo>
                    <a:lnTo>
                      <a:pt x="219298" y="259720"/>
                    </a:lnTo>
                    <a:cubicBezTo>
                      <a:pt x="222928" y="262312"/>
                      <a:pt x="227701" y="262659"/>
                      <a:pt x="231667" y="260618"/>
                    </a:cubicBezTo>
                    <a:cubicBezTo>
                      <a:pt x="235633" y="258577"/>
                      <a:pt x="238125" y="254491"/>
                      <a:pt x="238125" y="250031"/>
                    </a:cubicBezTo>
                    <a:lnTo>
                      <a:pt x="238125" y="23812"/>
                    </a:lnTo>
                    <a:cubicBezTo>
                      <a:pt x="238125" y="10661"/>
                      <a:pt x="227464" y="0"/>
                      <a:pt x="214313" y="0"/>
                    </a:cubicBezTo>
                    <a:close/>
                    <a:moveTo>
                      <a:pt x="166688" y="274528"/>
                    </a:moveTo>
                    <a:lnTo>
                      <a:pt x="102156" y="228392"/>
                    </a:lnTo>
                    <a:cubicBezTo>
                      <a:pt x="98016" y="225435"/>
                      <a:pt x="92455" y="225435"/>
                      <a:pt x="88315" y="228392"/>
                    </a:cubicBezTo>
                    <a:lnTo>
                      <a:pt x="23813" y="274513"/>
                    </a:lnTo>
                    <a:lnTo>
                      <a:pt x="23813" y="71438"/>
                    </a:lnTo>
                    <a:lnTo>
                      <a:pt x="166688" y="71438"/>
                    </a:lnTo>
                    <a:close/>
                    <a:moveTo>
                      <a:pt x="214313" y="226903"/>
                    </a:moveTo>
                    <a:lnTo>
                      <a:pt x="190500" y="209848"/>
                    </a:lnTo>
                    <a:lnTo>
                      <a:pt x="190500" y="71438"/>
                    </a:lnTo>
                    <a:cubicBezTo>
                      <a:pt x="190500" y="58286"/>
                      <a:pt x="179839" y="47625"/>
                      <a:pt x="166688" y="47625"/>
                    </a:cubicBezTo>
                    <a:lnTo>
                      <a:pt x="71438" y="47625"/>
                    </a:lnTo>
                    <a:lnTo>
                      <a:pt x="71438" y="23812"/>
                    </a:lnTo>
                    <a:lnTo>
                      <a:pt x="214313" y="23812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882640" y="1672590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分散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86450" y="2028825"/>
              <a:ext cx="48029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B站 / GitHub / 浏览器书签 / X / 知乎 / YouTube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86450" y="2314575"/>
              <a:ext cx="3762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六套界面、六个孤岛，没有一处能看全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905500" y="28194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356175" y="3101340"/>
            <a:ext cx="6226225" cy="1156335"/>
            <a:chOff x="5356175" y="3101340"/>
            <a:chExt cx="6226225" cy="1156335"/>
          </a:xfrm>
        </p:grpSpPr>
        <p:grpSp>
          <p:nvGrpSpPr>
            <p:cNvPr id="24" name="Group 24"/>
            <p:cNvGrpSpPr/>
            <p:nvPr/>
          </p:nvGrpSpPr>
          <p:grpSpPr>
            <a:xfrm>
              <a:off x="5356175" y="3127268"/>
              <a:ext cx="324276" cy="324333"/>
              <a:chOff x="5356175" y="3127268"/>
              <a:chExt cx="324276" cy="32433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381625" y="3152775"/>
                <a:ext cx="2381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38125">
                    <a:moveTo>
                      <a:pt x="238125" y="119062"/>
                    </a:moveTo>
                    <a:cubicBezTo>
                      <a:pt x="238125" y="184819"/>
                      <a:pt x="184819" y="238125"/>
                      <a:pt x="119062" y="238125"/>
                    </a:cubicBezTo>
                    <a:cubicBezTo>
                      <a:pt x="53306" y="238125"/>
                      <a:pt x="0" y="184819"/>
                      <a:pt x="0" y="119062"/>
                    </a:cubicBezTo>
                    <a:cubicBezTo>
                      <a:pt x="0" y="53306"/>
                      <a:pt x="53306" y="0"/>
                      <a:pt x="119062" y="0"/>
                    </a:cubicBezTo>
                    <a:cubicBezTo>
                      <a:pt x="184819" y="0"/>
                      <a:pt x="238125" y="53306"/>
                      <a:pt x="238125" y="119062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356175" y="3127268"/>
                <a:ext cx="324276" cy="324333"/>
              </a:xfrm>
              <a:custGeom>
                <a:avLst/>
                <a:gdLst/>
                <a:ahLst/>
                <a:cxnLst/>
                <a:rect l="l" t="t" r="r" b="b"/>
                <a:pathLst>
                  <a:path w="324276" h="324333">
                    <a:moveTo>
                      <a:pt x="319624" y="302833"/>
                    </a:moveTo>
                    <a:lnTo>
                      <a:pt x="245120" y="228330"/>
                    </a:lnTo>
                    <a:cubicBezTo>
                      <a:pt x="290068" y="174423"/>
                      <a:pt x="284664" y="94697"/>
                      <a:pt x="232853" y="47348"/>
                    </a:cubicBezTo>
                    <a:cubicBezTo>
                      <a:pt x="181042" y="0"/>
                      <a:pt x="101153" y="1779"/>
                      <a:pt x="51501" y="51387"/>
                    </a:cubicBezTo>
                    <a:cubicBezTo>
                      <a:pt x="1850" y="100995"/>
                      <a:pt x="0" y="180882"/>
                      <a:pt x="47303" y="232735"/>
                    </a:cubicBezTo>
                    <a:cubicBezTo>
                      <a:pt x="94605" y="284587"/>
                      <a:pt x="174326" y="290062"/>
                      <a:pt x="228273" y="245162"/>
                    </a:cubicBezTo>
                    <a:lnTo>
                      <a:pt x="302776" y="319680"/>
                    </a:lnTo>
                    <a:cubicBezTo>
                      <a:pt x="307429" y="324333"/>
                      <a:pt x="314971" y="324333"/>
                      <a:pt x="319624" y="319680"/>
                    </a:cubicBezTo>
                    <a:cubicBezTo>
                      <a:pt x="324276" y="315028"/>
                      <a:pt x="324276" y="307485"/>
                      <a:pt x="319624" y="302833"/>
                    </a:cubicBezTo>
                    <a:close/>
                    <a:moveTo>
                      <a:pt x="37356" y="144569"/>
                    </a:moveTo>
                    <a:cubicBezTo>
                      <a:pt x="37356" y="85388"/>
                      <a:pt x="85332" y="37413"/>
                      <a:pt x="144512" y="37413"/>
                    </a:cubicBezTo>
                    <a:cubicBezTo>
                      <a:pt x="203693" y="37413"/>
                      <a:pt x="251669" y="85388"/>
                      <a:pt x="251669" y="144569"/>
                    </a:cubicBezTo>
                    <a:cubicBezTo>
                      <a:pt x="251669" y="203750"/>
                      <a:pt x="203693" y="251725"/>
                      <a:pt x="144512" y="251725"/>
                    </a:cubicBezTo>
                    <a:cubicBezTo>
                      <a:pt x="85359" y="251660"/>
                      <a:pt x="37422" y="203723"/>
                      <a:pt x="37356" y="144569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882640" y="31013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不可检索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86450" y="3457575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平台搜索只认标题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86450" y="3743325"/>
              <a:ext cx="41567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正文、字幕、README 全部沉没在链接背后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905500" y="424815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362298" y="4530090"/>
            <a:ext cx="5217596" cy="946785"/>
            <a:chOff x="5362298" y="4530090"/>
            <a:chExt cx="5217596" cy="946785"/>
          </a:xfrm>
        </p:grpSpPr>
        <p:grpSp>
          <p:nvGrpSpPr>
            <p:cNvPr id="32" name="Group 32"/>
            <p:cNvGrpSpPr/>
            <p:nvPr/>
          </p:nvGrpSpPr>
          <p:grpSpPr>
            <a:xfrm>
              <a:off x="5362298" y="4569607"/>
              <a:ext cx="329688" cy="321691"/>
              <a:chOff x="5362298" y="4569607"/>
              <a:chExt cx="329688" cy="32169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370743" y="4569629"/>
                <a:ext cx="296639" cy="304066"/>
              </a:xfrm>
              <a:custGeom>
                <a:avLst/>
                <a:gdLst/>
                <a:ahLst/>
                <a:cxnLst/>
                <a:rect l="l" t="t" r="r" b="b"/>
                <a:pathLst>
                  <a:path w="296639" h="304066">
                    <a:moveTo>
                      <a:pt x="296632" y="154771"/>
                    </a:moveTo>
                    <a:cubicBezTo>
                      <a:pt x="296639" y="205840"/>
                      <a:pt x="269387" y="253029"/>
                      <a:pt x="225150" y="278547"/>
                    </a:cubicBezTo>
                    <a:cubicBezTo>
                      <a:pt x="180914" y="304066"/>
                      <a:pt x="126421" y="304033"/>
                      <a:pt x="82216" y="278462"/>
                    </a:cubicBezTo>
                    <a:lnTo>
                      <a:pt x="82216" y="278462"/>
                    </a:lnTo>
                    <a:lnTo>
                      <a:pt x="26569" y="297020"/>
                    </a:lnTo>
                    <a:cubicBezTo>
                      <a:pt x="22290" y="298447"/>
                      <a:pt x="17572" y="297334"/>
                      <a:pt x="14383" y="294145"/>
                    </a:cubicBezTo>
                    <a:cubicBezTo>
                      <a:pt x="11194" y="290955"/>
                      <a:pt x="10081" y="286238"/>
                      <a:pt x="11507" y="281959"/>
                    </a:cubicBezTo>
                    <a:lnTo>
                      <a:pt x="30066" y="226312"/>
                    </a:lnTo>
                    <a:lnTo>
                      <a:pt x="30066" y="226312"/>
                    </a:lnTo>
                    <a:cubicBezTo>
                      <a:pt x="0" y="174307"/>
                      <a:pt x="5674" y="109049"/>
                      <a:pt x="44266" y="63014"/>
                    </a:cubicBezTo>
                    <a:cubicBezTo>
                      <a:pt x="82857" y="16979"/>
                      <a:pt x="146122" y="0"/>
                      <a:pt x="202578" y="20526"/>
                    </a:cubicBezTo>
                    <a:cubicBezTo>
                      <a:pt x="259033" y="41052"/>
                      <a:pt x="296619" y="94700"/>
                      <a:pt x="296632" y="154771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362298" y="4569607"/>
                <a:ext cx="329688" cy="321691"/>
              </a:xfrm>
              <a:custGeom>
                <a:avLst/>
                <a:gdLst/>
                <a:ahLst/>
                <a:cxnLst/>
                <a:rect l="l" t="t" r="r" b="b"/>
                <a:pathLst>
                  <a:path w="329688" h="321691">
                    <a:moveTo>
                      <a:pt x="162202" y="12"/>
                    </a:moveTo>
                    <a:cubicBezTo>
                      <a:pt x="107845" y="0"/>
                      <a:pt x="57466" y="28502"/>
                      <a:pt x="29479" y="75100"/>
                    </a:cubicBezTo>
                    <a:cubicBezTo>
                      <a:pt x="1492" y="121698"/>
                      <a:pt x="0" y="179562"/>
                      <a:pt x="25548" y="227540"/>
                    </a:cubicBezTo>
                    <a:lnTo>
                      <a:pt x="8656" y="278216"/>
                    </a:lnTo>
                    <a:cubicBezTo>
                      <a:pt x="5802" y="286774"/>
                      <a:pt x="8028" y="296209"/>
                      <a:pt x="14407" y="302588"/>
                    </a:cubicBezTo>
                    <a:cubicBezTo>
                      <a:pt x="20786" y="308966"/>
                      <a:pt x="30221" y="311193"/>
                      <a:pt x="38778" y="308339"/>
                    </a:cubicBezTo>
                    <a:lnTo>
                      <a:pt x="89454" y="291447"/>
                    </a:lnTo>
                    <a:cubicBezTo>
                      <a:pt x="146317" y="321691"/>
                      <a:pt x="215965" y="313563"/>
                      <a:pt x="264335" y="271038"/>
                    </a:cubicBezTo>
                    <a:cubicBezTo>
                      <a:pt x="312705" y="228514"/>
                      <a:pt x="329688" y="160480"/>
                      <a:pt x="306976" y="100212"/>
                    </a:cubicBezTo>
                    <a:cubicBezTo>
                      <a:pt x="284265" y="39944"/>
                      <a:pt x="226607" y="38"/>
                      <a:pt x="162202" y="12"/>
                    </a:cubicBezTo>
                    <a:close/>
                    <a:moveTo>
                      <a:pt x="162202" y="285762"/>
                    </a:moveTo>
                    <a:cubicBezTo>
                      <a:pt x="139178" y="285778"/>
                      <a:pt x="116557" y="279714"/>
                      <a:pt x="96628" y="268185"/>
                    </a:cubicBezTo>
                    <a:cubicBezTo>
                      <a:pt x="94819" y="267136"/>
                      <a:pt x="92766" y="266582"/>
                      <a:pt x="90675" y="266578"/>
                    </a:cubicBezTo>
                    <a:cubicBezTo>
                      <a:pt x="89394" y="266578"/>
                      <a:pt x="88122" y="266790"/>
                      <a:pt x="86909" y="267203"/>
                    </a:cubicBezTo>
                    <a:lnTo>
                      <a:pt x="31233" y="285762"/>
                    </a:lnTo>
                    <a:lnTo>
                      <a:pt x="49792" y="230100"/>
                    </a:lnTo>
                    <a:cubicBezTo>
                      <a:pt x="50874" y="226865"/>
                      <a:pt x="50516" y="223321"/>
                      <a:pt x="48809" y="220367"/>
                    </a:cubicBezTo>
                    <a:cubicBezTo>
                      <a:pt x="19127" y="169048"/>
                      <a:pt x="27619" y="104190"/>
                      <a:pt x="69513" y="62243"/>
                    </a:cubicBezTo>
                    <a:cubicBezTo>
                      <a:pt x="111407" y="20296"/>
                      <a:pt x="176254" y="11722"/>
                      <a:pt x="227610" y="41340"/>
                    </a:cubicBezTo>
                    <a:cubicBezTo>
                      <a:pt x="278967" y="70958"/>
                      <a:pt x="304023" y="131380"/>
                      <a:pt x="288697" y="188650"/>
                    </a:cubicBezTo>
                    <a:cubicBezTo>
                      <a:pt x="273371" y="245919"/>
                      <a:pt x="221486" y="285752"/>
                      <a:pt x="162202" y="285762"/>
                    </a:cubicBezTo>
                    <a:close/>
                    <a:moveTo>
                      <a:pt x="221733" y="130981"/>
                    </a:moveTo>
                    <a:cubicBezTo>
                      <a:pt x="221733" y="137556"/>
                      <a:pt x="216402" y="142887"/>
                      <a:pt x="209827" y="142887"/>
                    </a:cubicBezTo>
                    <a:lnTo>
                      <a:pt x="114577" y="142887"/>
                    </a:lnTo>
                    <a:cubicBezTo>
                      <a:pt x="108001" y="142887"/>
                      <a:pt x="102670" y="137556"/>
                      <a:pt x="102670" y="130981"/>
                    </a:cubicBezTo>
                    <a:cubicBezTo>
                      <a:pt x="102670" y="124405"/>
                      <a:pt x="108001" y="119074"/>
                      <a:pt x="114577" y="119074"/>
                    </a:cubicBezTo>
                    <a:lnTo>
                      <a:pt x="209827" y="119074"/>
                    </a:lnTo>
                    <a:cubicBezTo>
                      <a:pt x="216402" y="119074"/>
                      <a:pt x="221733" y="124405"/>
                      <a:pt x="221733" y="130981"/>
                    </a:cubicBezTo>
                    <a:close/>
                    <a:moveTo>
                      <a:pt x="221733" y="178606"/>
                    </a:moveTo>
                    <a:cubicBezTo>
                      <a:pt x="221733" y="185181"/>
                      <a:pt x="216402" y="190512"/>
                      <a:pt x="209827" y="190512"/>
                    </a:cubicBezTo>
                    <a:lnTo>
                      <a:pt x="114577" y="190512"/>
                    </a:lnTo>
                    <a:cubicBezTo>
                      <a:pt x="108001" y="190512"/>
                      <a:pt x="102670" y="185181"/>
                      <a:pt x="102670" y="178606"/>
                    </a:cubicBezTo>
                    <a:cubicBezTo>
                      <a:pt x="102670" y="172030"/>
                      <a:pt x="108001" y="166699"/>
                      <a:pt x="114577" y="166699"/>
                    </a:cubicBezTo>
                    <a:lnTo>
                      <a:pt x="209827" y="166699"/>
                    </a:lnTo>
                    <a:cubicBezTo>
                      <a:pt x="216402" y="166699"/>
                      <a:pt x="221733" y="172030"/>
                      <a:pt x="221733" y="178606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882640" y="45300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不可追问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86450" y="4886325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没有任何一个地方能回答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86450" y="5172075"/>
              <a:ext cx="46934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"我收藏过哪些关于 </a:t>
              </a:r>
              <a:r>
                <a:rPr lang="zh-CN" sz="150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X</a:t>
              </a:r>
              <a:r>
                <a:rPr lang="zh-CN" sz="150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的东西，它们说了什么？"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0" y="5829300"/>
            <a:ext cx="5316188" cy="390525"/>
            <a:chOff x="5334000" y="5829300"/>
            <a:chExt cx="5316188" cy="390525"/>
          </a:xfrm>
        </p:grpSpPr>
        <p:sp>
          <p:nvSpPr>
            <p:cNvPr id="37" name="Rectangle 37"/>
            <p:cNvSpPr/>
            <p:nvPr/>
          </p:nvSpPr>
          <p:spPr>
            <a:xfrm>
              <a:off x="5334000" y="5829300"/>
              <a:ext cx="38100" cy="3810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05450" y="5915025"/>
              <a:ext cx="51447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收藏的价值不在于"存下来"，而在于"被再次用到"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40" name="Line 40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63490" y="65893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02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9" grpId="0"/>
      <p:bldP spid="36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8370094" cy="739140"/>
            <a:chOff x="609600" y="584835"/>
            <a:chExt cx="8370094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42090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六个平台，一个本地库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81986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本地优先的 Chromium 扩展：知识库住在浏览器里的 PGlite，不经过任何中间服务器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4975" y="1809750"/>
            <a:ext cx="2305050" cy="2667000"/>
            <a:chOff x="1704975" y="1809750"/>
            <a:chExt cx="2305050" cy="2667000"/>
          </a:xfrm>
        </p:grpSpPr>
        <p:sp>
          <p:nvSpPr>
            <p:cNvPr id="7" name="Line 7"/>
            <p:cNvSpPr/>
            <p:nvPr/>
          </p:nvSpPr>
          <p:spPr>
            <a:xfrm>
              <a:off x="2857500" y="180975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1333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CD4C8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2857500" y="2476500"/>
              <a:ext cx="1152525" cy="666750"/>
            </a:xfrm>
            <a:custGeom>
              <a:avLst/>
              <a:gdLst/>
              <a:ahLst/>
              <a:cxnLst/>
              <a:rect l="l" t="t" r="r" b="b"/>
              <a:pathLst>
                <a:path w="1152525" h="666750">
                  <a:moveTo>
                    <a:pt x="0" y="666750"/>
                  </a:moveTo>
                  <a:lnTo>
                    <a:pt x="1152525" y="0"/>
                  </a:lnTo>
                </a:path>
              </a:pathLst>
            </a:custGeom>
            <a:noFill/>
            <a:ln w="19050">
              <a:solidFill>
                <a:srgbClr val="DCD4C8"/>
              </a:solidFill>
              <a:prstDash val="dash"/>
            </a:ln>
          </p:spPr>
        </p:sp>
        <p:sp>
          <p:nvSpPr>
            <p:cNvPr id="9" name="Line 9"/>
            <p:cNvSpPr/>
            <p:nvPr/>
          </p:nvSpPr>
          <p:spPr>
            <a:xfrm>
              <a:off x="2857500" y="3143250"/>
              <a:ext cx="1152525" cy="666750"/>
            </a:xfrm>
            <a:custGeom>
              <a:avLst/>
              <a:gdLst/>
              <a:ahLst/>
              <a:cxnLst/>
              <a:rect l="l" t="t" r="r" b="b"/>
              <a:pathLst>
                <a:path w="1152525" h="666750">
                  <a:moveTo>
                    <a:pt x="0" y="0"/>
                  </a:moveTo>
                  <a:lnTo>
                    <a:pt x="1152525" y="666750"/>
                  </a:lnTo>
                </a:path>
              </a:pathLst>
            </a:custGeom>
            <a:noFill/>
            <a:ln w="19050">
              <a:solidFill>
                <a:srgbClr val="DCD4C8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2857500" y="314325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DCD4C8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1704975" y="3143250"/>
              <a:ext cx="1152525" cy="666750"/>
            </a:xfrm>
            <a:custGeom>
              <a:avLst/>
              <a:gdLst/>
              <a:ahLst/>
              <a:cxnLst/>
              <a:rect l="l" t="t" r="r" b="b"/>
              <a:pathLst>
                <a:path w="1152525" h="666750">
                  <a:moveTo>
                    <a:pt x="1152525" y="0"/>
                  </a:move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rgbClr val="DCD4C8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1704975" y="2476500"/>
              <a:ext cx="1152525" cy="666750"/>
            </a:xfrm>
            <a:custGeom>
              <a:avLst/>
              <a:gdLst/>
              <a:ahLst/>
              <a:cxnLst/>
              <a:rect l="l" t="t" r="r" b="b"/>
              <a:pathLst>
                <a:path w="1152525" h="666750">
                  <a:moveTo>
                    <a:pt x="1152525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CD4C8"/>
              </a:solidFill>
              <a:prstDash val="dash"/>
            </a:ln>
          </p:spPr>
        </p:sp>
        <p:sp>
          <p:nvSpPr>
            <p:cNvPr id="13" name="Ellipse 13"/>
            <p:cNvSpPr/>
            <p:nvPr/>
          </p:nvSpPr>
          <p:spPr>
            <a:xfrm>
              <a:off x="1943100" y="2228850"/>
              <a:ext cx="1828800" cy="1828800"/>
            </a:xfrm>
            <a:prstGeom prst="ellipse">
              <a:avLst/>
            </a:prstGeom>
            <a:noFill/>
            <a:ln w="9525">
              <a:solidFill>
                <a:srgbClr val="DCD4C8"/>
              </a:solidFill>
              <a:custDash>
                <a:ds d="200000" sp="400000"/>
              </a:custDash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343150" y="2628900"/>
            <a:ext cx="1028700" cy="1028700"/>
            <a:chOff x="2343150" y="2628900"/>
            <a:chExt cx="1028700" cy="1028700"/>
          </a:xfrm>
        </p:grpSpPr>
        <p:sp>
          <p:nvSpPr>
            <p:cNvPr id="15" name="Ellipse 15"/>
            <p:cNvSpPr/>
            <p:nvPr/>
          </p:nvSpPr>
          <p:spPr>
            <a:xfrm>
              <a:off x="2343150" y="2628900"/>
              <a:ext cx="1028700" cy="1028700"/>
            </a:xfrm>
            <a:prstGeom prst="ellipse">
              <a:avLst/>
            </a:prstGeom>
            <a:solidFill>
              <a:srgbClr val="FC7E5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2743200" y="2867025"/>
              <a:ext cx="228600" cy="247650"/>
              <a:chOff x="2743200" y="2867025"/>
              <a:chExt cx="228600" cy="2476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752725" y="2876550"/>
                <a:ext cx="2095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14300">
                    <a:moveTo>
                      <a:pt x="209550" y="57150"/>
                    </a:moveTo>
                    <a:cubicBezTo>
                      <a:pt x="209550" y="88713"/>
                      <a:pt x="162639" y="114300"/>
                      <a:pt x="104775" y="114300"/>
                    </a:cubicBezTo>
                    <a:cubicBezTo>
                      <a:pt x="46911" y="114300"/>
                      <a:pt x="0" y="88713"/>
                      <a:pt x="0" y="57150"/>
                    </a:cubicBezTo>
                    <a:cubicBezTo>
                      <a:pt x="0" y="25587"/>
                      <a:pt x="46911" y="0"/>
                      <a:pt x="104775" y="0"/>
                    </a:cubicBezTo>
                    <a:cubicBezTo>
                      <a:pt x="162639" y="0"/>
                      <a:pt x="209550" y="25587"/>
                      <a:pt x="209550" y="57150"/>
                    </a:cubicBezTo>
                    <a:close/>
                  </a:path>
                </a:pathLst>
              </a:custGeom>
              <a:solidFill>
                <a:srgbClr val="1F1B1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743200" y="2867025"/>
                <a:ext cx="2286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7650">
                    <a:moveTo>
                      <a:pt x="114300" y="0"/>
                    </a:moveTo>
                    <a:cubicBezTo>
                      <a:pt x="50209" y="0"/>
                      <a:pt x="0" y="29289"/>
                      <a:pt x="0" y="66675"/>
                    </a:cubicBezTo>
                    <a:lnTo>
                      <a:pt x="0" y="180975"/>
                    </a:lnTo>
                    <a:cubicBezTo>
                      <a:pt x="0" y="218361"/>
                      <a:pt x="50209" y="247650"/>
                      <a:pt x="114300" y="247650"/>
                    </a:cubicBezTo>
                    <a:cubicBezTo>
                      <a:pt x="178391" y="247650"/>
                      <a:pt x="228600" y="218361"/>
                      <a:pt x="228600" y="180975"/>
                    </a:cubicBezTo>
                    <a:lnTo>
                      <a:pt x="228600" y="66675"/>
                    </a:lnTo>
                    <a:cubicBezTo>
                      <a:pt x="228600" y="29289"/>
                      <a:pt x="178391" y="0"/>
                      <a:pt x="114300" y="0"/>
                    </a:cubicBezTo>
                    <a:close/>
                    <a:moveTo>
                      <a:pt x="209550" y="123825"/>
                    </a:moveTo>
                    <a:cubicBezTo>
                      <a:pt x="209550" y="135279"/>
                      <a:pt x="200168" y="146959"/>
                      <a:pt x="183821" y="155877"/>
                    </a:cubicBezTo>
                    <a:cubicBezTo>
                      <a:pt x="165414" y="165914"/>
                      <a:pt x="140720" y="171450"/>
                      <a:pt x="114300" y="171450"/>
                    </a:cubicBezTo>
                    <a:cubicBezTo>
                      <a:pt x="87880" y="171450"/>
                      <a:pt x="63186" y="165914"/>
                      <a:pt x="44779" y="155877"/>
                    </a:cubicBezTo>
                    <a:cubicBezTo>
                      <a:pt x="28432" y="146959"/>
                      <a:pt x="19050" y="135279"/>
                      <a:pt x="19050" y="123825"/>
                    </a:cubicBezTo>
                    <a:lnTo>
                      <a:pt x="19050" y="104013"/>
                    </a:lnTo>
                    <a:cubicBezTo>
                      <a:pt x="39362" y="121872"/>
                      <a:pt x="74093" y="133350"/>
                      <a:pt x="114300" y="133350"/>
                    </a:cubicBezTo>
                    <a:cubicBezTo>
                      <a:pt x="154507" y="133350"/>
                      <a:pt x="189238" y="121825"/>
                      <a:pt x="209550" y="104013"/>
                    </a:cubicBezTo>
                    <a:close/>
                    <a:moveTo>
                      <a:pt x="44779" y="34623"/>
                    </a:moveTo>
                    <a:cubicBezTo>
                      <a:pt x="63186" y="24586"/>
                      <a:pt x="87880" y="19050"/>
                      <a:pt x="114300" y="19050"/>
                    </a:cubicBezTo>
                    <a:cubicBezTo>
                      <a:pt x="140720" y="19050"/>
                      <a:pt x="165414" y="24586"/>
                      <a:pt x="183821" y="34623"/>
                    </a:cubicBezTo>
                    <a:cubicBezTo>
                      <a:pt x="200168" y="43541"/>
                      <a:pt x="209550" y="55221"/>
                      <a:pt x="209550" y="66675"/>
                    </a:cubicBezTo>
                    <a:cubicBezTo>
                      <a:pt x="209550" y="78129"/>
                      <a:pt x="200168" y="89809"/>
                      <a:pt x="183821" y="98727"/>
                    </a:cubicBezTo>
                    <a:cubicBezTo>
                      <a:pt x="165414" y="108764"/>
                      <a:pt x="140720" y="114300"/>
                      <a:pt x="114300" y="114300"/>
                    </a:cubicBezTo>
                    <a:cubicBezTo>
                      <a:pt x="87880" y="114300"/>
                      <a:pt x="63186" y="108764"/>
                      <a:pt x="44779" y="98727"/>
                    </a:cubicBezTo>
                    <a:cubicBezTo>
                      <a:pt x="28432" y="89809"/>
                      <a:pt x="19050" y="78129"/>
                      <a:pt x="19050" y="66675"/>
                    </a:cubicBezTo>
                    <a:cubicBezTo>
                      <a:pt x="19050" y="55221"/>
                      <a:pt x="28432" y="43541"/>
                      <a:pt x="44779" y="34623"/>
                    </a:cubicBezTo>
                    <a:close/>
                    <a:moveTo>
                      <a:pt x="183821" y="213027"/>
                    </a:moveTo>
                    <a:cubicBezTo>
                      <a:pt x="165414" y="223064"/>
                      <a:pt x="140720" y="228600"/>
                      <a:pt x="114300" y="228600"/>
                    </a:cubicBezTo>
                    <a:cubicBezTo>
                      <a:pt x="87880" y="228600"/>
                      <a:pt x="63186" y="223064"/>
                      <a:pt x="44779" y="213027"/>
                    </a:cubicBezTo>
                    <a:cubicBezTo>
                      <a:pt x="28432" y="204109"/>
                      <a:pt x="19050" y="192429"/>
                      <a:pt x="19050" y="180975"/>
                    </a:cubicBezTo>
                    <a:lnTo>
                      <a:pt x="19050" y="161163"/>
                    </a:lnTo>
                    <a:cubicBezTo>
                      <a:pt x="39362" y="179022"/>
                      <a:pt x="74093" y="190500"/>
                      <a:pt x="114300" y="190500"/>
                    </a:cubicBezTo>
                    <a:cubicBezTo>
                      <a:pt x="154507" y="190500"/>
                      <a:pt x="189238" y="178975"/>
                      <a:pt x="209550" y="161163"/>
                    </a:cubicBezTo>
                    <a:lnTo>
                      <a:pt x="209550" y="180975"/>
                    </a:lnTo>
                    <a:cubicBezTo>
                      <a:pt x="209550" y="192429"/>
                      <a:pt x="200168" y="204109"/>
                      <a:pt x="183821" y="213027"/>
                    </a:cubicBezTo>
                    <a:close/>
                  </a:path>
                </a:pathLst>
              </a:custGeom>
              <a:solidFill>
                <a:srgbClr val="1F1B1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2464923" y="3253264"/>
              <a:ext cx="7851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favbase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5805" y="1315402"/>
            <a:ext cx="4899803" cy="3737610"/>
            <a:chOff x="725805" y="1315402"/>
            <a:chExt cx="4899803" cy="3737610"/>
          </a:xfrm>
        </p:grpSpPr>
        <p:sp>
          <p:nvSpPr>
            <p:cNvPr id="21" name="Ellipse 21"/>
            <p:cNvSpPr/>
            <p:nvPr/>
          </p:nvSpPr>
          <p:spPr>
            <a:xfrm>
              <a:off x="2590800" y="1543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724150" y="1691068"/>
              <a:ext cx="266700" cy="237363"/>
            </a:xfrm>
            <a:custGeom>
              <a:avLst/>
              <a:gdLst/>
              <a:ahLst/>
              <a:cxnLst/>
              <a:rect l="l" t="t" r="r" b="b"/>
              <a:pathLst>
                <a:path w="266700" h="237363">
                  <a:moveTo>
                    <a:pt x="197947" y="37038"/>
                  </a:moveTo>
                  <a:lnTo>
                    <a:pt x="207437" y="37038"/>
                  </a:lnTo>
                  <a:cubicBezTo>
                    <a:pt x="224217" y="37638"/>
                    <a:pt x="238208" y="43461"/>
                    <a:pt x="249365" y="54529"/>
                  </a:cubicBezTo>
                  <a:cubicBezTo>
                    <a:pt x="260521" y="65586"/>
                    <a:pt x="266300" y="79521"/>
                    <a:pt x="266700" y="96312"/>
                  </a:cubicBezTo>
                  <a:lnTo>
                    <a:pt x="266700" y="178100"/>
                  </a:lnTo>
                  <a:cubicBezTo>
                    <a:pt x="266300" y="194880"/>
                    <a:pt x="260521" y="208871"/>
                    <a:pt x="249365" y="220027"/>
                  </a:cubicBezTo>
                  <a:cubicBezTo>
                    <a:pt x="238208" y="231184"/>
                    <a:pt x="224228" y="236963"/>
                    <a:pt x="207437" y="237363"/>
                  </a:cubicBezTo>
                  <a:lnTo>
                    <a:pt x="59263" y="237363"/>
                  </a:lnTo>
                  <a:cubicBezTo>
                    <a:pt x="42483" y="236963"/>
                    <a:pt x="28492" y="231184"/>
                    <a:pt x="17335" y="220027"/>
                  </a:cubicBezTo>
                  <a:cubicBezTo>
                    <a:pt x="6179" y="208871"/>
                    <a:pt x="400" y="194891"/>
                    <a:pt x="0" y="178100"/>
                  </a:cubicBezTo>
                  <a:lnTo>
                    <a:pt x="0" y="96312"/>
                  </a:lnTo>
                  <a:cubicBezTo>
                    <a:pt x="400" y="79521"/>
                    <a:pt x="6179" y="65586"/>
                    <a:pt x="17335" y="54529"/>
                  </a:cubicBezTo>
                  <a:cubicBezTo>
                    <a:pt x="28492" y="43461"/>
                    <a:pt x="42472" y="37638"/>
                    <a:pt x="59263" y="37038"/>
                  </a:cubicBezTo>
                  <a:lnTo>
                    <a:pt x="67864" y="37038"/>
                  </a:lnTo>
                  <a:lnTo>
                    <a:pt x="54818" y="24592"/>
                  </a:lnTo>
                  <a:cubicBezTo>
                    <a:pt x="52106" y="21952"/>
                    <a:pt x="50606" y="18308"/>
                    <a:pt x="50673" y="14524"/>
                  </a:cubicBezTo>
                  <a:cubicBezTo>
                    <a:pt x="50673" y="10568"/>
                    <a:pt x="52051" y="7212"/>
                    <a:pt x="54818" y="4445"/>
                  </a:cubicBezTo>
                  <a:lnTo>
                    <a:pt x="55118" y="4145"/>
                  </a:lnTo>
                  <a:cubicBezTo>
                    <a:pt x="58085" y="1378"/>
                    <a:pt x="61485" y="0"/>
                    <a:pt x="65342" y="0"/>
                  </a:cubicBezTo>
                  <a:cubicBezTo>
                    <a:pt x="69198" y="0"/>
                    <a:pt x="72598" y="1378"/>
                    <a:pt x="75565" y="4145"/>
                  </a:cubicBezTo>
                  <a:lnTo>
                    <a:pt x="107269" y="34671"/>
                  </a:lnTo>
                  <a:cubicBezTo>
                    <a:pt x="108058" y="35460"/>
                    <a:pt x="108758" y="36249"/>
                    <a:pt x="109347" y="37038"/>
                  </a:cubicBezTo>
                  <a:lnTo>
                    <a:pt x="156764" y="37038"/>
                  </a:lnTo>
                  <a:cubicBezTo>
                    <a:pt x="157226" y="36159"/>
                    <a:pt x="157827" y="35360"/>
                    <a:pt x="158542" y="34671"/>
                  </a:cubicBezTo>
                  <a:lnTo>
                    <a:pt x="190246" y="4145"/>
                  </a:lnTo>
                  <a:cubicBezTo>
                    <a:pt x="193213" y="1378"/>
                    <a:pt x="196613" y="0"/>
                    <a:pt x="200470" y="0"/>
                  </a:cubicBezTo>
                  <a:cubicBezTo>
                    <a:pt x="204326" y="0"/>
                    <a:pt x="207826" y="1678"/>
                    <a:pt x="210793" y="4445"/>
                  </a:cubicBezTo>
                  <a:cubicBezTo>
                    <a:pt x="213760" y="7212"/>
                    <a:pt x="215138" y="10568"/>
                    <a:pt x="215138" y="14524"/>
                  </a:cubicBezTo>
                  <a:cubicBezTo>
                    <a:pt x="215138" y="18469"/>
                    <a:pt x="213760" y="21825"/>
                    <a:pt x="210993" y="24592"/>
                  </a:cubicBezTo>
                  <a:close/>
                  <a:moveTo>
                    <a:pt x="59263" y="65786"/>
                  </a:moveTo>
                  <a:cubicBezTo>
                    <a:pt x="50973" y="65986"/>
                    <a:pt x="44006" y="68853"/>
                    <a:pt x="38371" y="74376"/>
                  </a:cubicBezTo>
                  <a:cubicBezTo>
                    <a:pt x="32749" y="79910"/>
                    <a:pt x="29826" y="86933"/>
                    <a:pt x="29637" y="95423"/>
                  </a:cubicBezTo>
                  <a:lnTo>
                    <a:pt x="29637" y="178989"/>
                  </a:lnTo>
                  <a:cubicBezTo>
                    <a:pt x="29826" y="187479"/>
                    <a:pt x="32749" y="194491"/>
                    <a:pt x="38371" y="200025"/>
                  </a:cubicBezTo>
                  <a:cubicBezTo>
                    <a:pt x="44006" y="205559"/>
                    <a:pt x="50973" y="208426"/>
                    <a:pt x="59263" y="208615"/>
                  </a:cubicBezTo>
                  <a:lnTo>
                    <a:pt x="207437" y="208615"/>
                  </a:lnTo>
                  <a:cubicBezTo>
                    <a:pt x="215727" y="208426"/>
                    <a:pt x="222694" y="205559"/>
                    <a:pt x="228329" y="200025"/>
                  </a:cubicBezTo>
                  <a:cubicBezTo>
                    <a:pt x="233951" y="194491"/>
                    <a:pt x="236874" y="187479"/>
                    <a:pt x="237063" y="178989"/>
                  </a:cubicBezTo>
                  <a:lnTo>
                    <a:pt x="237063" y="95423"/>
                  </a:lnTo>
                  <a:cubicBezTo>
                    <a:pt x="236874" y="86922"/>
                    <a:pt x="233951" y="79910"/>
                    <a:pt x="228329" y="74376"/>
                  </a:cubicBezTo>
                  <a:cubicBezTo>
                    <a:pt x="222694" y="68853"/>
                    <a:pt x="215727" y="65986"/>
                    <a:pt x="207437" y="65786"/>
                  </a:cubicBezTo>
                  <a:close/>
                  <a:moveTo>
                    <a:pt x="88900" y="108758"/>
                  </a:moveTo>
                  <a:cubicBezTo>
                    <a:pt x="93045" y="108758"/>
                    <a:pt x="96501" y="110136"/>
                    <a:pt x="99268" y="112903"/>
                  </a:cubicBezTo>
                  <a:cubicBezTo>
                    <a:pt x="102046" y="115670"/>
                    <a:pt x="103524" y="119226"/>
                    <a:pt x="103713" y="123571"/>
                  </a:cubicBezTo>
                  <a:lnTo>
                    <a:pt x="103713" y="136606"/>
                  </a:lnTo>
                  <a:cubicBezTo>
                    <a:pt x="103524" y="140951"/>
                    <a:pt x="102046" y="144507"/>
                    <a:pt x="99268" y="147274"/>
                  </a:cubicBezTo>
                  <a:cubicBezTo>
                    <a:pt x="96501" y="150052"/>
                    <a:pt x="93045" y="151430"/>
                    <a:pt x="88900" y="151430"/>
                  </a:cubicBezTo>
                  <a:cubicBezTo>
                    <a:pt x="84755" y="151430"/>
                    <a:pt x="81299" y="150041"/>
                    <a:pt x="78532" y="147274"/>
                  </a:cubicBezTo>
                  <a:cubicBezTo>
                    <a:pt x="75754" y="144507"/>
                    <a:pt x="74276" y="140951"/>
                    <a:pt x="74087" y="136606"/>
                  </a:cubicBezTo>
                  <a:lnTo>
                    <a:pt x="74087" y="123571"/>
                  </a:lnTo>
                  <a:cubicBezTo>
                    <a:pt x="74087" y="119426"/>
                    <a:pt x="75521" y="115914"/>
                    <a:pt x="78376" y="113047"/>
                  </a:cubicBezTo>
                  <a:cubicBezTo>
                    <a:pt x="81243" y="110192"/>
                    <a:pt x="84755" y="108758"/>
                    <a:pt x="88900" y="108758"/>
                  </a:cubicBezTo>
                  <a:close/>
                  <a:moveTo>
                    <a:pt x="177800" y="108758"/>
                  </a:moveTo>
                  <a:cubicBezTo>
                    <a:pt x="181945" y="108758"/>
                    <a:pt x="185401" y="110136"/>
                    <a:pt x="188168" y="112903"/>
                  </a:cubicBezTo>
                  <a:cubicBezTo>
                    <a:pt x="190946" y="115670"/>
                    <a:pt x="192424" y="119226"/>
                    <a:pt x="192613" y="123571"/>
                  </a:cubicBezTo>
                  <a:lnTo>
                    <a:pt x="192613" y="136606"/>
                  </a:lnTo>
                  <a:cubicBezTo>
                    <a:pt x="192424" y="140951"/>
                    <a:pt x="190946" y="144507"/>
                    <a:pt x="188168" y="147274"/>
                  </a:cubicBezTo>
                  <a:cubicBezTo>
                    <a:pt x="185401" y="150052"/>
                    <a:pt x="181945" y="151430"/>
                    <a:pt x="177800" y="151430"/>
                  </a:cubicBezTo>
                  <a:cubicBezTo>
                    <a:pt x="173655" y="151430"/>
                    <a:pt x="170199" y="150041"/>
                    <a:pt x="167432" y="147274"/>
                  </a:cubicBezTo>
                  <a:cubicBezTo>
                    <a:pt x="164654" y="144507"/>
                    <a:pt x="163176" y="140951"/>
                    <a:pt x="162987" y="136606"/>
                  </a:cubicBezTo>
                  <a:lnTo>
                    <a:pt x="162987" y="123571"/>
                  </a:lnTo>
                  <a:cubicBezTo>
                    <a:pt x="163176" y="119226"/>
                    <a:pt x="164654" y="115670"/>
                    <a:pt x="167432" y="112903"/>
                  </a:cubicBezTo>
                  <a:cubicBezTo>
                    <a:pt x="170199" y="110136"/>
                    <a:pt x="173655" y="108758"/>
                    <a:pt x="177800" y="108758"/>
                  </a:cubicBez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127242" y="1315402"/>
              <a:ext cx="1460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Bilibili 收藏夹 + 字幕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743325" y="22098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876675" y="2346450"/>
              <a:ext cx="266700" cy="261122"/>
            </a:xfrm>
            <a:custGeom>
              <a:avLst/>
              <a:gdLst/>
              <a:ahLst/>
              <a:cxnLst/>
              <a:rect l="l" t="t" r="r" b="b"/>
              <a:pathLst>
                <a:path w="266700" h="261122">
                  <a:moveTo>
                    <a:pt x="133350" y="0"/>
                  </a:moveTo>
                  <a:cubicBezTo>
                    <a:pt x="59674" y="0"/>
                    <a:pt x="0" y="59707"/>
                    <a:pt x="0" y="133350"/>
                  </a:cubicBezTo>
                  <a:cubicBezTo>
                    <a:pt x="0" y="192280"/>
                    <a:pt x="38205" y="242253"/>
                    <a:pt x="91178" y="259866"/>
                  </a:cubicBezTo>
                  <a:cubicBezTo>
                    <a:pt x="97846" y="261122"/>
                    <a:pt x="100290" y="256999"/>
                    <a:pt x="100290" y="253454"/>
                  </a:cubicBezTo>
                  <a:cubicBezTo>
                    <a:pt x="100290" y="250287"/>
                    <a:pt x="100179" y="241897"/>
                    <a:pt x="100124" y="230784"/>
                  </a:cubicBezTo>
                  <a:cubicBezTo>
                    <a:pt x="63030" y="238830"/>
                    <a:pt x="55207" y="212893"/>
                    <a:pt x="55207" y="212893"/>
                  </a:cubicBezTo>
                  <a:cubicBezTo>
                    <a:pt x="49139" y="197502"/>
                    <a:pt x="40372" y="193391"/>
                    <a:pt x="40372" y="193391"/>
                  </a:cubicBezTo>
                  <a:cubicBezTo>
                    <a:pt x="28292" y="185123"/>
                    <a:pt x="41305" y="185290"/>
                    <a:pt x="41305" y="185290"/>
                  </a:cubicBezTo>
                  <a:cubicBezTo>
                    <a:pt x="54696" y="186223"/>
                    <a:pt x="61730" y="199025"/>
                    <a:pt x="61730" y="199025"/>
                  </a:cubicBezTo>
                  <a:cubicBezTo>
                    <a:pt x="73620" y="219416"/>
                    <a:pt x="92945" y="213527"/>
                    <a:pt x="100568" y="210115"/>
                  </a:cubicBezTo>
                  <a:cubicBezTo>
                    <a:pt x="101768" y="201492"/>
                    <a:pt x="105202" y="195613"/>
                    <a:pt x="109014" y="192280"/>
                  </a:cubicBezTo>
                  <a:cubicBezTo>
                    <a:pt x="79399" y="188946"/>
                    <a:pt x="48273" y="177478"/>
                    <a:pt x="48273" y="126382"/>
                  </a:cubicBezTo>
                  <a:cubicBezTo>
                    <a:pt x="48273" y="111825"/>
                    <a:pt x="53440" y="99935"/>
                    <a:pt x="61997" y="90600"/>
                  </a:cubicBezTo>
                  <a:cubicBezTo>
                    <a:pt x="60496" y="87233"/>
                    <a:pt x="55996" y="73676"/>
                    <a:pt x="63163" y="55307"/>
                  </a:cubicBezTo>
                  <a:cubicBezTo>
                    <a:pt x="63163" y="55307"/>
                    <a:pt x="74332" y="51729"/>
                    <a:pt x="99835" y="68975"/>
                  </a:cubicBezTo>
                  <a:cubicBezTo>
                    <a:pt x="110503" y="66008"/>
                    <a:pt x="121837" y="64541"/>
                    <a:pt x="133172" y="64475"/>
                  </a:cubicBezTo>
                  <a:cubicBezTo>
                    <a:pt x="144507" y="64541"/>
                    <a:pt x="155842" y="66008"/>
                    <a:pt x="166510" y="68975"/>
                  </a:cubicBezTo>
                  <a:cubicBezTo>
                    <a:pt x="191846" y="51729"/>
                    <a:pt x="203014" y="55307"/>
                    <a:pt x="203014" y="55307"/>
                  </a:cubicBezTo>
                  <a:cubicBezTo>
                    <a:pt x="210182" y="73676"/>
                    <a:pt x="205681" y="87233"/>
                    <a:pt x="204348" y="90600"/>
                  </a:cubicBezTo>
                  <a:cubicBezTo>
                    <a:pt x="212849" y="99935"/>
                    <a:pt x="218016" y="111825"/>
                    <a:pt x="218016" y="126382"/>
                  </a:cubicBezTo>
                  <a:cubicBezTo>
                    <a:pt x="218016" y="177611"/>
                    <a:pt x="186846" y="188890"/>
                    <a:pt x="157175" y="192168"/>
                  </a:cubicBezTo>
                  <a:cubicBezTo>
                    <a:pt x="161842" y="196169"/>
                    <a:pt x="166176" y="204348"/>
                    <a:pt x="166176" y="216838"/>
                  </a:cubicBezTo>
                  <a:cubicBezTo>
                    <a:pt x="166176" y="234685"/>
                    <a:pt x="166010" y="249020"/>
                    <a:pt x="166010" y="253354"/>
                  </a:cubicBezTo>
                  <a:cubicBezTo>
                    <a:pt x="166010" y="256854"/>
                    <a:pt x="168343" y="261022"/>
                    <a:pt x="175177" y="259688"/>
                  </a:cubicBezTo>
                  <a:cubicBezTo>
                    <a:pt x="228529" y="242197"/>
                    <a:pt x="266700" y="192191"/>
                    <a:pt x="266700" y="133350"/>
                  </a:cubicBezTo>
                  <a:cubicBezTo>
                    <a:pt x="266700" y="59707"/>
                    <a:pt x="206993" y="0"/>
                    <a:pt x="133350" y="0"/>
                  </a:cubicBezTo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49115" y="2410778"/>
              <a:ext cx="962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GitHub Stars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743325" y="35433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876675" y="3716044"/>
              <a:ext cx="266700" cy="187912"/>
            </a:xfrm>
            <a:custGeom>
              <a:avLst/>
              <a:gdLst/>
              <a:ahLst/>
              <a:cxnLst/>
              <a:rect l="l" t="t" r="r" b="b"/>
              <a:pathLst>
                <a:path w="266700" h="187912">
                  <a:moveTo>
                    <a:pt x="261122" y="29348"/>
                  </a:moveTo>
                  <a:cubicBezTo>
                    <a:pt x="258055" y="17798"/>
                    <a:pt x="249071" y="8754"/>
                    <a:pt x="237541" y="5612"/>
                  </a:cubicBezTo>
                  <a:cubicBezTo>
                    <a:pt x="216749" y="0"/>
                    <a:pt x="133350" y="0"/>
                    <a:pt x="133350" y="0"/>
                  </a:cubicBezTo>
                  <a:cubicBezTo>
                    <a:pt x="133350" y="0"/>
                    <a:pt x="49951" y="0"/>
                    <a:pt x="29148" y="5612"/>
                  </a:cubicBezTo>
                  <a:cubicBezTo>
                    <a:pt x="17624" y="8760"/>
                    <a:pt x="8645" y="17802"/>
                    <a:pt x="5578" y="29348"/>
                  </a:cubicBezTo>
                  <a:cubicBezTo>
                    <a:pt x="0" y="50284"/>
                    <a:pt x="0" y="93956"/>
                    <a:pt x="0" y="93956"/>
                  </a:cubicBezTo>
                  <a:cubicBezTo>
                    <a:pt x="0" y="93956"/>
                    <a:pt x="0" y="137628"/>
                    <a:pt x="5578" y="158564"/>
                  </a:cubicBezTo>
                  <a:cubicBezTo>
                    <a:pt x="8645" y="170115"/>
                    <a:pt x="17629" y="179158"/>
                    <a:pt x="29159" y="182301"/>
                  </a:cubicBezTo>
                  <a:cubicBezTo>
                    <a:pt x="49951" y="187912"/>
                    <a:pt x="133350" y="187912"/>
                    <a:pt x="133350" y="187912"/>
                  </a:cubicBezTo>
                  <a:cubicBezTo>
                    <a:pt x="133350" y="187912"/>
                    <a:pt x="216749" y="187912"/>
                    <a:pt x="237552" y="182301"/>
                  </a:cubicBezTo>
                  <a:cubicBezTo>
                    <a:pt x="249083" y="179160"/>
                    <a:pt x="258068" y="170116"/>
                    <a:pt x="261133" y="158564"/>
                  </a:cubicBezTo>
                  <a:cubicBezTo>
                    <a:pt x="266700" y="137628"/>
                    <a:pt x="266700" y="93956"/>
                    <a:pt x="266700" y="93956"/>
                  </a:cubicBezTo>
                  <a:cubicBezTo>
                    <a:pt x="266700" y="93956"/>
                    <a:pt x="266700" y="50284"/>
                    <a:pt x="261122" y="29348"/>
                  </a:cubicBezTo>
                  <a:close/>
                  <a:moveTo>
                    <a:pt x="106069" y="133606"/>
                  </a:moveTo>
                  <a:lnTo>
                    <a:pt x="106069" y="54307"/>
                  </a:lnTo>
                  <a:lnTo>
                    <a:pt x="175778" y="93956"/>
                  </a:lnTo>
                  <a:lnTo>
                    <a:pt x="106069" y="133606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49115" y="3744278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YouTube 播放列表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2590800" y="4210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2774156" y="4368403"/>
              <a:ext cx="166688" cy="217199"/>
              <a:chOff x="2774156" y="4368403"/>
              <a:chExt cx="166688" cy="21719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2815828" y="4376738"/>
                <a:ext cx="116681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66688">
                    <a:moveTo>
                      <a:pt x="116681" y="8334"/>
                    </a:moveTo>
                    <a:lnTo>
                      <a:pt x="116681" y="166688"/>
                    </a:lnTo>
                    <a:lnTo>
                      <a:pt x="83344" y="142882"/>
                    </a:lnTo>
                    <a:lnTo>
                      <a:pt x="83344" y="41672"/>
                    </a:lnTo>
                    <a:cubicBezTo>
                      <a:pt x="83344" y="37069"/>
                      <a:pt x="79612" y="33338"/>
                      <a:pt x="75009" y="33338"/>
                    </a:cubicBezTo>
                    <a:lnTo>
                      <a:pt x="0" y="33338"/>
                    </a:ln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08347" y="0"/>
                    </a:lnTo>
                    <a:cubicBezTo>
                      <a:pt x="112950" y="0"/>
                      <a:pt x="116681" y="3731"/>
                      <a:pt x="116681" y="8334"/>
                    </a:cubicBezTo>
                    <a:close/>
                  </a:path>
                </a:pathLst>
              </a:custGeom>
              <a:solidFill>
                <a:srgbClr val="1F1B1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774156" y="4368403"/>
                <a:ext cx="166688" cy="217199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7199">
                    <a:moveTo>
                      <a:pt x="150019" y="0"/>
                    </a:moveTo>
                    <a:lnTo>
                      <a:pt x="50006" y="0"/>
                    </a:lnTo>
                    <a:cubicBezTo>
                      <a:pt x="40800" y="0"/>
                      <a:pt x="33338" y="7463"/>
                      <a:pt x="33338" y="16669"/>
                    </a:cubicBezTo>
                    <a:lnTo>
                      <a:pt x="33338" y="33338"/>
                    </a:lnTo>
                    <a:lnTo>
                      <a:pt x="16669" y="33338"/>
                    </a:lnTo>
                    <a:cubicBezTo>
                      <a:pt x="7463" y="33338"/>
                      <a:pt x="0" y="40800"/>
                      <a:pt x="0" y="50006"/>
                    </a:cubicBezTo>
                    <a:lnTo>
                      <a:pt x="0" y="208359"/>
                    </a:lnTo>
                    <a:cubicBezTo>
                      <a:pt x="0" y="211481"/>
                      <a:pt x="1745" y="214342"/>
                      <a:pt x="4521" y="215770"/>
                    </a:cubicBezTo>
                    <a:cubicBezTo>
                      <a:pt x="7297" y="217199"/>
                      <a:pt x="10638" y="216956"/>
                      <a:pt x="13179" y="215141"/>
                    </a:cubicBezTo>
                    <a:lnTo>
                      <a:pt x="66675" y="176928"/>
                    </a:lnTo>
                    <a:lnTo>
                      <a:pt x="120182" y="215141"/>
                    </a:lnTo>
                    <a:cubicBezTo>
                      <a:pt x="122722" y="216950"/>
                      <a:pt x="126059" y="217189"/>
                      <a:pt x="128832" y="215762"/>
                    </a:cubicBezTo>
                    <a:cubicBezTo>
                      <a:pt x="131604" y="214334"/>
                      <a:pt x="133347" y="211478"/>
                      <a:pt x="133350" y="208359"/>
                    </a:cubicBezTo>
                    <a:lnTo>
                      <a:pt x="133350" y="167406"/>
                    </a:lnTo>
                    <a:lnTo>
                      <a:pt x="153509" y="181804"/>
                    </a:lnTo>
                    <a:cubicBezTo>
                      <a:pt x="156049" y="183619"/>
                      <a:pt x="159391" y="183861"/>
                      <a:pt x="162167" y="182433"/>
                    </a:cubicBezTo>
                    <a:cubicBezTo>
                      <a:pt x="164943" y="181004"/>
                      <a:pt x="166688" y="178144"/>
                      <a:pt x="166688" y="175022"/>
                    </a:cubicBezTo>
                    <a:lnTo>
                      <a:pt x="166688" y="16669"/>
                    </a:lnTo>
                    <a:cubicBezTo>
                      <a:pt x="166688" y="7463"/>
                      <a:pt x="159225" y="0"/>
                      <a:pt x="150019" y="0"/>
                    </a:cubicBezTo>
                    <a:close/>
                    <a:moveTo>
                      <a:pt x="116681" y="192170"/>
                    </a:moveTo>
                    <a:lnTo>
                      <a:pt x="71509" y="159874"/>
                    </a:lnTo>
                    <a:cubicBezTo>
                      <a:pt x="68611" y="157804"/>
                      <a:pt x="64718" y="157804"/>
                      <a:pt x="61820" y="159874"/>
                    </a:cubicBezTo>
                    <a:lnTo>
                      <a:pt x="16669" y="192159"/>
                    </a:lnTo>
                    <a:lnTo>
                      <a:pt x="16669" y="50006"/>
                    </a:lnTo>
                    <a:lnTo>
                      <a:pt x="116681" y="50006"/>
                    </a:lnTo>
                    <a:close/>
                    <a:moveTo>
                      <a:pt x="150019" y="158832"/>
                    </a:moveTo>
                    <a:lnTo>
                      <a:pt x="133350" y="146893"/>
                    </a:lnTo>
                    <a:lnTo>
                      <a:pt x="133350" y="50006"/>
                    </a:lnTo>
                    <a:cubicBezTo>
                      <a:pt x="133350" y="40800"/>
                      <a:pt x="125887" y="33338"/>
                      <a:pt x="116681" y="33338"/>
                    </a:cubicBezTo>
                    <a:lnTo>
                      <a:pt x="50006" y="33338"/>
                    </a:lnTo>
                    <a:lnTo>
                      <a:pt x="50006" y="16669"/>
                    </a:lnTo>
                    <a:lnTo>
                      <a:pt x="150019" y="16669"/>
                    </a:lnTo>
                    <a:close/>
                  </a:path>
                </a:pathLst>
              </a:custGeom>
              <a:solidFill>
                <a:srgbClr val="1F1B1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065901" y="483965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浏览器书签 + 网页正文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1438275" y="35433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571625" y="3656414"/>
              <a:ext cx="266700" cy="286936"/>
            </a:xfrm>
            <a:custGeom>
              <a:avLst/>
              <a:gdLst/>
              <a:ahLst/>
              <a:cxnLst/>
              <a:rect l="l" t="t" r="r" b="b"/>
              <a:pathLst>
                <a:path w="266700" h="286936">
                  <a:moveTo>
                    <a:pt x="63575" y="20236"/>
                  </a:moveTo>
                  <a:cubicBezTo>
                    <a:pt x="25014" y="20236"/>
                    <a:pt x="0" y="45239"/>
                    <a:pt x="0" y="83788"/>
                  </a:cubicBezTo>
                  <a:lnTo>
                    <a:pt x="0" y="223372"/>
                  </a:lnTo>
                  <a:cubicBezTo>
                    <a:pt x="0" y="261944"/>
                    <a:pt x="25025" y="286936"/>
                    <a:pt x="63575" y="286936"/>
                  </a:cubicBezTo>
                  <a:lnTo>
                    <a:pt x="203148" y="286936"/>
                  </a:lnTo>
                  <a:cubicBezTo>
                    <a:pt x="241708" y="286936"/>
                    <a:pt x="266700" y="261933"/>
                    <a:pt x="266700" y="223383"/>
                  </a:cubicBezTo>
                  <a:lnTo>
                    <a:pt x="266700" y="83799"/>
                  </a:lnTo>
                  <a:cubicBezTo>
                    <a:pt x="266700" y="45228"/>
                    <a:pt x="241697" y="20236"/>
                    <a:pt x="203148" y="20236"/>
                  </a:cubicBezTo>
                  <a:close/>
                  <a:moveTo>
                    <a:pt x="85400" y="65553"/>
                  </a:moveTo>
                  <a:cubicBezTo>
                    <a:pt x="82388" y="73665"/>
                    <a:pt x="79843" y="81488"/>
                    <a:pt x="77843" y="89000"/>
                  </a:cubicBezTo>
                  <a:lnTo>
                    <a:pt x="128816" y="89000"/>
                  </a:lnTo>
                  <a:cubicBezTo>
                    <a:pt x="134872" y="88933"/>
                    <a:pt x="133761" y="101979"/>
                    <a:pt x="133761" y="102013"/>
                  </a:cubicBezTo>
                  <a:lnTo>
                    <a:pt x="104280" y="102013"/>
                  </a:lnTo>
                  <a:lnTo>
                    <a:pt x="134417" y="102013"/>
                  </a:lnTo>
                  <a:cubicBezTo>
                    <a:pt x="138728" y="102268"/>
                    <a:pt x="138784" y="115914"/>
                    <a:pt x="138784" y="116081"/>
                  </a:cubicBezTo>
                  <a:lnTo>
                    <a:pt x="102046" y="116081"/>
                  </a:lnTo>
                  <a:lnTo>
                    <a:pt x="110458" y="109369"/>
                  </a:lnTo>
                  <a:cubicBezTo>
                    <a:pt x="115481" y="114437"/>
                    <a:pt x="127260" y="128394"/>
                    <a:pt x="131639" y="133561"/>
                  </a:cubicBezTo>
                  <a:cubicBezTo>
                    <a:pt x="136895" y="141129"/>
                    <a:pt x="132339" y="156686"/>
                    <a:pt x="132339" y="156686"/>
                  </a:cubicBezTo>
                  <a:lnTo>
                    <a:pt x="101290" y="119104"/>
                  </a:lnTo>
                  <a:cubicBezTo>
                    <a:pt x="94034" y="147085"/>
                    <a:pt x="80788" y="159187"/>
                    <a:pt x="80788" y="159187"/>
                  </a:cubicBezTo>
                  <a:cubicBezTo>
                    <a:pt x="74976" y="164387"/>
                    <a:pt x="63230" y="168299"/>
                    <a:pt x="51451" y="164921"/>
                  </a:cubicBezTo>
                  <a:cubicBezTo>
                    <a:pt x="76098" y="145696"/>
                    <a:pt x="89678" y="121393"/>
                    <a:pt x="92200" y="92723"/>
                  </a:cubicBezTo>
                  <a:lnTo>
                    <a:pt x="49906" y="92723"/>
                  </a:lnTo>
                  <a:cubicBezTo>
                    <a:pt x="49906" y="92556"/>
                    <a:pt x="52095" y="78910"/>
                    <a:pt x="58863" y="78654"/>
                  </a:cubicBezTo>
                  <a:lnTo>
                    <a:pt x="88978" y="78654"/>
                  </a:lnTo>
                  <a:cubicBezTo>
                    <a:pt x="89244" y="75098"/>
                    <a:pt x="89933" y="42494"/>
                    <a:pt x="89933" y="36460"/>
                  </a:cubicBezTo>
                  <a:lnTo>
                    <a:pt x="73320" y="36460"/>
                  </a:lnTo>
                  <a:cubicBezTo>
                    <a:pt x="71809" y="40972"/>
                    <a:pt x="71564" y="41427"/>
                    <a:pt x="70342" y="44828"/>
                  </a:cubicBezTo>
                  <a:cubicBezTo>
                    <a:pt x="63741" y="56996"/>
                    <a:pt x="52529" y="57296"/>
                    <a:pt x="49151" y="57663"/>
                  </a:cubicBezTo>
                  <a:cubicBezTo>
                    <a:pt x="59219" y="37427"/>
                    <a:pt x="64886" y="17658"/>
                    <a:pt x="66831" y="12502"/>
                  </a:cubicBezTo>
                  <a:cubicBezTo>
                    <a:pt x="71553" y="11"/>
                    <a:pt x="85400" y="0"/>
                    <a:pt x="85400" y="0"/>
                  </a:cubicBezTo>
                  <a:close/>
                  <a:moveTo>
                    <a:pt x="145329" y="86911"/>
                  </a:moveTo>
                  <a:lnTo>
                    <a:pt x="216194" y="86911"/>
                  </a:lnTo>
                  <a:lnTo>
                    <a:pt x="216194" y="212815"/>
                  </a:lnTo>
                  <a:lnTo>
                    <a:pt x="187601" y="212815"/>
                  </a:lnTo>
                  <a:lnTo>
                    <a:pt x="163332" y="228073"/>
                  </a:lnTo>
                  <a:lnTo>
                    <a:pt x="158875" y="212815"/>
                  </a:lnTo>
                  <a:lnTo>
                    <a:pt x="145329" y="212815"/>
                  </a:lnTo>
                  <a:close/>
                  <a:moveTo>
                    <a:pt x="159920" y="100457"/>
                  </a:moveTo>
                  <a:lnTo>
                    <a:pt x="159920" y="198914"/>
                  </a:lnTo>
                  <a:lnTo>
                    <a:pt x="166843" y="198914"/>
                  </a:lnTo>
                  <a:lnTo>
                    <a:pt x="169766" y="209326"/>
                  </a:lnTo>
                  <a:lnTo>
                    <a:pt x="185934" y="198903"/>
                  </a:lnTo>
                  <a:lnTo>
                    <a:pt x="202114" y="198903"/>
                  </a:lnTo>
                  <a:lnTo>
                    <a:pt x="202114" y="100446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5805" y="37442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知乎收藏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1438275" y="22098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574492" y="2343150"/>
              <a:ext cx="260966" cy="266700"/>
            </a:xfrm>
            <a:custGeom>
              <a:avLst/>
              <a:gdLst/>
              <a:ahLst/>
              <a:cxnLst/>
              <a:rect l="l" t="t" r="r" b="b"/>
              <a:pathLst>
                <a:path w="260966" h="266700">
                  <a:moveTo>
                    <a:pt x="155308" y="112925"/>
                  </a:moveTo>
                  <a:lnTo>
                    <a:pt x="252465" y="0"/>
                  </a:lnTo>
                  <a:lnTo>
                    <a:pt x="229440" y="0"/>
                  </a:lnTo>
                  <a:lnTo>
                    <a:pt x="145085" y="98057"/>
                  </a:lnTo>
                  <a:lnTo>
                    <a:pt x="77710" y="0"/>
                  </a:lnTo>
                  <a:lnTo>
                    <a:pt x="0" y="0"/>
                  </a:lnTo>
                  <a:lnTo>
                    <a:pt x="101879" y="148274"/>
                  </a:lnTo>
                  <a:lnTo>
                    <a:pt x="0" y="266700"/>
                  </a:lnTo>
                  <a:lnTo>
                    <a:pt x="23025" y="266700"/>
                  </a:lnTo>
                  <a:lnTo>
                    <a:pt x="112103" y="163154"/>
                  </a:lnTo>
                  <a:lnTo>
                    <a:pt x="183256" y="266700"/>
                  </a:lnTo>
                  <a:lnTo>
                    <a:pt x="260966" y="266700"/>
                  </a:lnTo>
                  <a:close/>
                  <a:moveTo>
                    <a:pt x="123782" y="149585"/>
                  </a:moveTo>
                  <a:lnTo>
                    <a:pt x="113459" y="134817"/>
                  </a:lnTo>
                  <a:lnTo>
                    <a:pt x="31315" y="17335"/>
                  </a:lnTo>
                  <a:lnTo>
                    <a:pt x="66675" y="17335"/>
                  </a:lnTo>
                  <a:lnTo>
                    <a:pt x="132961" y="112147"/>
                  </a:lnTo>
                  <a:lnTo>
                    <a:pt x="143285" y="126916"/>
                  </a:lnTo>
                  <a:lnTo>
                    <a:pt x="229451" y="250153"/>
                  </a:lnTo>
                  <a:lnTo>
                    <a:pt x="194091" y="250153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2160" y="2410778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X 书签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93408" y="5215414"/>
            <a:ext cx="4603933" cy="1173480"/>
            <a:chOff x="593408" y="5215414"/>
            <a:chExt cx="4603933" cy="1173480"/>
          </a:xfrm>
        </p:grpSpPr>
        <p:sp>
          <p:nvSpPr>
            <p:cNvPr id="42" name="TextBox 42"/>
            <p:cNvSpPr txBox="1"/>
            <p:nvPr/>
          </p:nvSpPr>
          <p:spPr>
            <a:xfrm>
              <a:off x="593408" y="5215414"/>
              <a:ext cx="3244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复用浏览器</a:t>
              </a:r>
              <a:r>
                <a:rPr lang="zh-CN" sz="1275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登录态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（B站 / X / 知乎）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3408" y="5444014"/>
              <a:ext cx="35611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或凭据（GitHub PAT / YouTube key）采集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3408" y="5672614"/>
              <a:ext cx="41570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关键词 + 语义</a:t>
              </a:r>
              <a:r>
                <a:rPr lang="zh-CN" sz="1275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混合检索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、AI 标签、带来源的问答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3408" y="5901214"/>
              <a:ext cx="46039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数据可带走：JSON / CSV 备份、Obsidian vault 导出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3408" y="6129814"/>
              <a:ext cx="39987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不配任何 AI 服务也能导入、浏览、关键词搜索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511165" y="1409700"/>
            <a:ext cx="6071235" cy="4252912"/>
            <a:chOff x="5511165" y="1409700"/>
            <a:chExt cx="6071235" cy="4252912"/>
          </a:xfrm>
        </p:grpSpPr>
        <p:sp>
          <p:nvSpPr>
            <p:cNvPr id="48" name="Rectangle 48"/>
            <p:cNvSpPr/>
            <p:nvPr/>
          </p:nvSpPr>
          <p:spPr>
            <a:xfrm>
              <a:off x="5524500" y="1409700"/>
              <a:ext cx="6057900" cy="3857625"/>
            </a:xfrm>
            <a:prstGeom prst="roundRect">
              <a:avLst>
                <a:gd name="adj" fmla="val 2963"/>
              </a:avLst>
            </a:prstGeom>
            <a:solidFill>
              <a:srgbClr val="1F1B17"/>
            </a:solidFill>
            <a:ln>
              <a:noFill/>
            </a:ln>
            <a:effectLst>
              <a:outerShdw blurRad="190500" dist="57150" dir="5400000" algn="ctr" rotWithShape="0">
                <a:srgbClr val="1F1B17">
                  <a:alpha val="9000"/>
                </a:srgbClr>
              </a:outerShdw>
            </a:effectLst>
          </p:spPr>
        </p:sp>
        <p:sp>
          <p:nvSpPr>
            <p:cNvPr id="49" name="Ellipse 49"/>
            <p:cNvSpPr/>
            <p:nvPr/>
          </p:nvSpPr>
          <p:spPr>
            <a:xfrm>
              <a:off x="5686425" y="1495425"/>
              <a:ext cx="57150" cy="57150"/>
            </a:xfrm>
            <a:prstGeom prst="ellipse">
              <a:avLst/>
            </a:prstGeom>
            <a:solidFill>
              <a:srgbClr val="A89F94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781675" y="1495425"/>
              <a:ext cx="57150" cy="57150"/>
            </a:xfrm>
            <a:prstGeom prst="ellipse">
              <a:avLst/>
            </a:prstGeom>
            <a:solidFill>
              <a:srgbClr val="A89F94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876925" y="1495425"/>
              <a:ext cx="57150" cy="57150"/>
            </a:xfrm>
            <a:prstGeom prst="ellipse">
              <a:avLst/>
            </a:prstGeom>
            <a:solidFill>
              <a:srgbClr val="A89F94"/>
            </a:solidFill>
            <a:ln>
              <a:noFill/>
            </a:ln>
          </p:spPr>
        </p:sp>
        <p:pic>
          <p:nvPicPr>
            <p:cNvPr id="52" name="Image 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9750" y="1600200"/>
              <a:ext cx="5867400" cy="3667125"/>
            </a:xfrm>
            <a:prstGeom prst="roundRect">
              <a:avLst>
                <a:gd name="adj" fmla="val 2077"/>
              </a:avLst>
            </a:prstGeom>
          </p:spPr>
        </p:pic>
        <p:sp>
          <p:nvSpPr>
            <p:cNvPr id="53" name="TextBox 53"/>
            <p:cNvSpPr txBox="1"/>
            <p:nvPr/>
          </p:nvSpPr>
          <p:spPr>
            <a:xfrm>
              <a:off x="5511165" y="5449252"/>
              <a:ext cx="4320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Dashboard：</a:t>
              </a:r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2,228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条收藏 · </a:t>
              </a:r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154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个标签 · 六平台构成一眼可见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524500" y="5829300"/>
            <a:ext cx="6057900" cy="381000"/>
            <a:chOff x="5524500" y="5829300"/>
            <a:chExt cx="6057900" cy="381000"/>
          </a:xfrm>
        </p:grpSpPr>
        <p:sp>
          <p:nvSpPr>
            <p:cNvPr id="55" name="Rectangle 55"/>
            <p:cNvSpPr/>
            <p:nvPr/>
          </p:nvSpPr>
          <p:spPr>
            <a:xfrm>
              <a:off x="5524500" y="5829300"/>
              <a:ext cx="2038350" cy="3810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 w="9525">
              <a:solidFill>
                <a:srgbClr val="DCD4C8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5676900" y="5937544"/>
              <a:ext cx="190500" cy="164521"/>
            </a:xfrm>
            <a:custGeom>
              <a:avLst/>
              <a:gdLst/>
              <a:ahLst/>
              <a:cxnLst/>
              <a:rect l="l" t="t" r="r" b="b"/>
              <a:pathLst>
                <a:path w="190500" h="164521">
                  <a:moveTo>
                    <a:pt x="0" y="0"/>
                  </a:moveTo>
                  <a:lnTo>
                    <a:pt x="0" y="151527"/>
                  </a:lnTo>
                  <a:cubicBezTo>
                    <a:pt x="0" y="158671"/>
                    <a:pt x="5842" y="164513"/>
                    <a:pt x="12986" y="164513"/>
                  </a:cubicBezTo>
                  <a:lnTo>
                    <a:pt x="14026" y="164513"/>
                  </a:lnTo>
                  <a:cubicBezTo>
                    <a:pt x="13340" y="160218"/>
                    <a:pt x="12995" y="155876"/>
                    <a:pt x="12994" y="151527"/>
                  </a:cubicBezTo>
                  <a:cubicBezTo>
                    <a:pt x="12960" y="135636"/>
                    <a:pt x="17558" y="120079"/>
                    <a:pt x="26225" y="106759"/>
                  </a:cubicBezTo>
                  <a:lnTo>
                    <a:pt x="59579" y="164513"/>
                  </a:lnTo>
                  <a:lnTo>
                    <a:pt x="68532" y="164513"/>
                  </a:lnTo>
                  <a:cubicBezTo>
                    <a:pt x="64088" y="155279"/>
                    <a:pt x="64677" y="144414"/>
                    <a:pt x="70094" y="135715"/>
                  </a:cubicBezTo>
                  <a:cubicBezTo>
                    <a:pt x="75511" y="127016"/>
                    <a:pt x="85003" y="121695"/>
                    <a:pt x="95250" y="121610"/>
                  </a:cubicBezTo>
                  <a:cubicBezTo>
                    <a:pt x="105499" y="121693"/>
                    <a:pt x="114993" y="127016"/>
                    <a:pt x="120411" y="135717"/>
                  </a:cubicBezTo>
                  <a:cubicBezTo>
                    <a:pt x="125828" y="144418"/>
                    <a:pt x="126416" y="155286"/>
                    <a:pt x="121968" y="164521"/>
                  </a:cubicBezTo>
                  <a:lnTo>
                    <a:pt x="130286" y="164521"/>
                  </a:lnTo>
                  <a:cubicBezTo>
                    <a:pt x="136076" y="149007"/>
                    <a:pt x="130946" y="131533"/>
                    <a:pt x="117689" y="121610"/>
                  </a:cubicBezTo>
                  <a:lnTo>
                    <a:pt x="171902" y="121610"/>
                  </a:lnTo>
                  <a:cubicBezTo>
                    <a:pt x="177229" y="135249"/>
                    <a:pt x="178811" y="150065"/>
                    <a:pt x="176482" y="164521"/>
                  </a:cubicBezTo>
                  <a:lnTo>
                    <a:pt x="177514" y="164521"/>
                  </a:lnTo>
                  <a:cubicBezTo>
                    <a:pt x="184658" y="164521"/>
                    <a:pt x="190500" y="158671"/>
                    <a:pt x="190500" y="151527"/>
                  </a:cubicBezTo>
                  <a:lnTo>
                    <a:pt x="190500" y="0"/>
                  </a:lnTo>
                  <a:close/>
                  <a:moveTo>
                    <a:pt x="73604" y="17312"/>
                  </a:moveTo>
                  <a:lnTo>
                    <a:pt x="116896" y="17312"/>
                  </a:lnTo>
                  <a:cubicBezTo>
                    <a:pt x="121678" y="17312"/>
                    <a:pt x="125555" y="21189"/>
                    <a:pt x="125555" y="25972"/>
                  </a:cubicBezTo>
                  <a:cubicBezTo>
                    <a:pt x="125555" y="30754"/>
                    <a:pt x="121678" y="34631"/>
                    <a:pt x="116896" y="34631"/>
                  </a:cubicBezTo>
                  <a:lnTo>
                    <a:pt x="73604" y="34631"/>
                  </a:lnTo>
                  <a:cubicBezTo>
                    <a:pt x="68822" y="34631"/>
                    <a:pt x="64945" y="30754"/>
                    <a:pt x="64945" y="25972"/>
                  </a:cubicBezTo>
                  <a:cubicBezTo>
                    <a:pt x="64945" y="21189"/>
                    <a:pt x="68822" y="17312"/>
                    <a:pt x="73604" y="17312"/>
                  </a:cubicBezTo>
                  <a:moveTo>
                    <a:pt x="95250" y="69271"/>
                  </a:moveTo>
                  <a:cubicBezTo>
                    <a:pt x="126171" y="69257"/>
                    <a:pt x="154485" y="86590"/>
                    <a:pt x="168537" y="114133"/>
                  </a:cubicBezTo>
                  <a:lnTo>
                    <a:pt x="95250" y="114133"/>
                  </a:lnTo>
                  <a:cubicBezTo>
                    <a:pt x="76323" y="114131"/>
                    <a:pt x="60381" y="128274"/>
                    <a:pt x="58126" y="147066"/>
                  </a:cubicBezTo>
                  <a:lnTo>
                    <a:pt x="31036" y="100116"/>
                  </a:lnTo>
                  <a:cubicBezTo>
                    <a:pt x="46630" y="80596"/>
                    <a:pt x="70266" y="69243"/>
                    <a:pt x="95250" y="69271"/>
                  </a:cubicBezTo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30265" y="59636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已上架 Chrome Web Store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696200" y="58293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 w="9525">
              <a:solidFill>
                <a:srgbClr val="DCD4C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59161" y="5963602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GPL-3.0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972550" y="5829300"/>
              <a:ext cx="2609850" cy="3810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 w="9525">
              <a:solidFill>
                <a:srgbClr val="DCD4C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006650" y="5963602"/>
              <a:ext cx="25416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WXT · React 19 · PGlite + pgvector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63" name="Line 63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163490" y="65893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03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41" grpId="0"/>
      <p:bldP spid="47" grpId="0"/>
      <p:bldP spid="54" grpId="0"/>
      <p:bldP spid="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6562725" cy="739140"/>
            <a:chOff x="609600" y="584835"/>
            <a:chExt cx="6562725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58653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一条收藏如何变成可回答的知识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6391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五个阶段，每一段都有明确的产物，后一段只消费前一段写入的表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28750"/>
            <a:ext cx="2268712" cy="2667000"/>
            <a:chOff x="609600" y="1428750"/>
            <a:chExt cx="2268712" cy="2667000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1981200" cy="26670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09600" y="1428750"/>
              <a:ext cx="1981200" cy="438150"/>
            </a:xfrm>
            <a:custGeom>
              <a:avLst/>
              <a:gdLst/>
              <a:ahLst/>
              <a:cxnLst/>
              <a:rect l="l" t="t" r="r" b="b"/>
              <a:pathLst>
                <a:path w="1981200" h="4381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1866900" y="0"/>
                  </a:lnTo>
                  <a:cubicBezTo>
                    <a:pt x="1930026" y="0"/>
                    <a:pt x="1981200" y="51174"/>
                    <a:pt x="1981200" y="114300"/>
                  </a:cubicBezTo>
                  <a:lnTo>
                    <a:pt x="198120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23900" y="1524000"/>
              <a:ext cx="266700" cy="247650"/>
            </a:xfrm>
            <a:prstGeom prst="roundRect">
              <a:avLst>
                <a:gd name="adj" fmla="val 23077"/>
              </a:avLst>
            </a:prstGeom>
            <a:solidFill>
              <a:srgbClr val="F3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5481" y="159162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6800" y="1552575"/>
              <a:ext cx="13377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采集 Collect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02025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平台 API · 登录态 · 凭据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01291" y="2343745"/>
              <a:ext cx="130969" cy="170656"/>
              <a:chOff x="801291" y="2343745"/>
              <a:chExt cx="130969" cy="17065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34033" y="2350294"/>
                <a:ext cx="9167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0969">
                    <a:moveTo>
                      <a:pt x="91678" y="6548"/>
                    </a:moveTo>
                    <a:lnTo>
                      <a:pt x="91678" y="130969"/>
                    </a:lnTo>
                    <a:lnTo>
                      <a:pt x="65484" y="112265"/>
                    </a:lnTo>
                    <a:lnTo>
                      <a:pt x="65484" y="32742"/>
                    </a:lnTo>
                    <a:cubicBezTo>
                      <a:pt x="65484" y="29126"/>
                      <a:pt x="62553" y="26194"/>
                      <a:pt x="58936" y="26194"/>
                    </a:cubicBezTo>
                    <a:lnTo>
                      <a:pt x="0" y="26194"/>
                    </a:lnTo>
                    <a:lnTo>
                      <a:pt x="0" y="6548"/>
                    </a:lnTo>
                    <a:cubicBezTo>
                      <a:pt x="0" y="2932"/>
                      <a:pt x="2932" y="0"/>
                      <a:pt x="6548" y="0"/>
                    </a:cubicBezTo>
                    <a:lnTo>
                      <a:pt x="85130" y="0"/>
                    </a:lnTo>
                    <a:cubicBezTo>
                      <a:pt x="88746" y="0"/>
                      <a:pt x="91678" y="2932"/>
                      <a:pt x="91678" y="6548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1291" y="2343745"/>
                <a:ext cx="130969" cy="170656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70656">
                    <a:moveTo>
                      <a:pt x="117872" y="0"/>
                    </a:moveTo>
                    <a:lnTo>
                      <a:pt x="39291" y="0"/>
                    </a:lnTo>
                    <a:cubicBezTo>
                      <a:pt x="32057" y="0"/>
                      <a:pt x="26194" y="5864"/>
                      <a:pt x="26194" y="13097"/>
                    </a:cubicBezTo>
                    <a:lnTo>
                      <a:pt x="26194" y="26194"/>
                    </a:lnTo>
                    <a:lnTo>
                      <a:pt x="13097" y="26194"/>
                    </a:lnTo>
                    <a:cubicBezTo>
                      <a:pt x="5864" y="26194"/>
                      <a:pt x="0" y="32057"/>
                      <a:pt x="0" y="39291"/>
                    </a:cubicBezTo>
                    <a:lnTo>
                      <a:pt x="0" y="163711"/>
                    </a:lnTo>
                    <a:cubicBezTo>
                      <a:pt x="0" y="166164"/>
                      <a:pt x="1371" y="168411"/>
                      <a:pt x="3552" y="169534"/>
                    </a:cubicBezTo>
                    <a:cubicBezTo>
                      <a:pt x="5733" y="170656"/>
                      <a:pt x="8359" y="170466"/>
                      <a:pt x="10355" y="169040"/>
                    </a:cubicBezTo>
                    <a:lnTo>
                      <a:pt x="52388" y="139015"/>
                    </a:lnTo>
                    <a:lnTo>
                      <a:pt x="94429" y="169040"/>
                    </a:lnTo>
                    <a:cubicBezTo>
                      <a:pt x="96424" y="170461"/>
                      <a:pt x="99047" y="170649"/>
                      <a:pt x="101225" y="169527"/>
                    </a:cubicBezTo>
                    <a:cubicBezTo>
                      <a:pt x="103403" y="168405"/>
                      <a:pt x="104773" y="166161"/>
                      <a:pt x="104775" y="163711"/>
                    </a:cubicBezTo>
                    <a:lnTo>
                      <a:pt x="104775" y="131534"/>
                    </a:lnTo>
                    <a:lnTo>
                      <a:pt x="120614" y="142846"/>
                    </a:lnTo>
                    <a:cubicBezTo>
                      <a:pt x="122610" y="144272"/>
                      <a:pt x="125236" y="144462"/>
                      <a:pt x="127417" y="143340"/>
                    </a:cubicBezTo>
                    <a:cubicBezTo>
                      <a:pt x="129598" y="142218"/>
                      <a:pt x="130969" y="139970"/>
                      <a:pt x="130969" y="137517"/>
                    </a:cubicBezTo>
                    <a:lnTo>
                      <a:pt x="130969" y="13097"/>
                    </a:lnTo>
                    <a:cubicBezTo>
                      <a:pt x="130969" y="5864"/>
                      <a:pt x="125105" y="0"/>
                      <a:pt x="117872" y="0"/>
                    </a:cubicBezTo>
                    <a:close/>
                    <a:moveTo>
                      <a:pt x="91678" y="150991"/>
                    </a:moveTo>
                    <a:lnTo>
                      <a:pt x="56186" y="125615"/>
                    </a:lnTo>
                    <a:cubicBezTo>
                      <a:pt x="53909" y="123989"/>
                      <a:pt x="50850" y="123989"/>
                      <a:pt x="48573" y="125615"/>
                    </a:cubicBezTo>
                    <a:lnTo>
                      <a:pt x="13097" y="150982"/>
                    </a:lnTo>
                    <a:lnTo>
                      <a:pt x="13097" y="39291"/>
                    </a:lnTo>
                    <a:lnTo>
                      <a:pt x="91678" y="39291"/>
                    </a:lnTo>
                    <a:close/>
                    <a:moveTo>
                      <a:pt x="117872" y="124797"/>
                    </a:moveTo>
                    <a:lnTo>
                      <a:pt x="104775" y="115416"/>
                    </a:lnTo>
                    <a:lnTo>
                      <a:pt x="104775" y="39291"/>
                    </a:lnTo>
                    <a:cubicBezTo>
                      <a:pt x="104775" y="32057"/>
                      <a:pt x="98911" y="26194"/>
                      <a:pt x="91678" y="26194"/>
                    </a:cubicBezTo>
                    <a:lnTo>
                      <a:pt x="39291" y="26194"/>
                    </a:lnTo>
                    <a:lnTo>
                      <a:pt x="39291" y="13097"/>
                    </a:lnTo>
                    <a:lnTo>
                      <a:pt x="117872" y="13097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34415" y="237267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六平台各自 sync-service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775097" y="2687241"/>
              <a:ext cx="183356" cy="130969"/>
              <a:chOff x="775097" y="2687241"/>
              <a:chExt cx="183356" cy="13096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94742" y="2726531"/>
                <a:ext cx="144066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44066" h="85130">
                    <a:moveTo>
                      <a:pt x="144066" y="0"/>
                    </a:moveTo>
                    <a:lnTo>
                      <a:pt x="144066" y="78581"/>
                    </a:lnTo>
                    <a:cubicBezTo>
                      <a:pt x="144066" y="82198"/>
                      <a:pt x="141134" y="85130"/>
                      <a:pt x="137517" y="85130"/>
                    </a:cubicBezTo>
                    <a:lnTo>
                      <a:pt x="6548" y="85130"/>
                    </a:lnTo>
                    <a:cubicBezTo>
                      <a:pt x="2932" y="85130"/>
                      <a:pt x="0" y="82198"/>
                      <a:pt x="0" y="7858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5097" y="2687241"/>
                <a:ext cx="183356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30969">
                    <a:moveTo>
                      <a:pt x="170259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32742"/>
                    </a:lnTo>
                    <a:cubicBezTo>
                      <a:pt x="0" y="39975"/>
                      <a:pt x="5864" y="45839"/>
                      <a:pt x="13097" y="45839"/>
                    </a:cubicBezTo>
                    <a:lnTo>
                      <a:pt x="13097" y="117872"/>
                    </a:lnTo>
                    <a:cubicBezTo>
                      <a:pt x="13097" y="125105"/>
                      <a:pt x="18961" y="130969"/>
                      <a:pt x="26194" y="130969"/>
                    </a:cubicBezTo>
                    <a:lnTo>
                      <a:pt x="157162" y="130969"/>
                    </a:lnTo>
                    <a:cubicBezTo>
                      <a:pt x="164396" y="130969"/>
                      <a:pt x="170259" y="125105"/>
                      <a:pt x="170259" y="117872"/>
                    </a:cubicBezTo>
                    <a:lnTo>
                      <a:pt x="170259" y="45839"/>
                    </a:lnTo>
                    <a:cubicBezTo>
                      <a:pt x="177493" y="45839"/>
                      <a:pt x="183356" y="39975"/>
                      <a:pt x="183356" y="32742"/>
                    </a:cubicBezTo>
                    <a:lnTo>
                      <a:pt x="183356" y="13097"/>
                    </a:lnTo>
                    <a:cubicBezTo>
                      <a:pt x="183356" y="5864"/>
                      <a:pt x="177493" y="0"/>
                      <a:pt x="170259" y="0"/>
                    </a:cubicBezTo>
                    <a:close/>
                    <a:moveTo>
                      <a:pt x="157162" y="117872"/>
                    </a:moveTo>
                    <a:lnTo>
                      <a:pt x="26194" y="117872"/>
                    </a:lnTo>
                    <a:lnTo>
                      <a:pt x="26194" y="45839"/>
                    </a:lnTo>
                    <a:lnTo>
                      <a:pt x="157162" y="45839"/>
                    </a:lnTo>
                    <a:close/>
                    <a:moveTo>
                      <a:pt x="170259" y="32742"/>
                    </a:moveTo>
                    <a:lnTo>
                      <a:pt x="13097" y="32742"/>
                    </a:lnTo>
                    <a:lnTo>
                      <a:pt x="13097" y="13097"/>
                    </a:lnTo>
                    <a:lnTo>
                      <a:pt x="170259" y="13097"/>
                    </a:lnTo>
                    <a:lnTo>
                      <a:pt x="170259" y="32742"/>
                    </a:lnTo>
                    <a:close/>
                    <a:moveTo>
                      <a:pt x="65484" y="72033"/>
                    </a:moveTo>
                    <a:cubicBezTo>
                      <a:pt x="65484" y="68416"/>
                      <a:pt x="68416" y="65484"/>
                      <a:pt x="72033" y="65484"/>
                    </a:cubicBezTo>
                    <a:lnTo>
                      <a:pt x="111323" y="65484"/>
                    </a:lnTo>
                    <a:cubicBezTo>
                      <a:pt x="114940" y="65484"/>
                      <a:pt x="117872" y="68416"/>
                      <a:pt x="117872" y="72033"/>
                    </a:cubicBezTo>
                    <a:cubicBezTo>
                      <a:pt x="117872" y="75649"/>
                      <a:pt x="114940" y="78581"/>
                      <a:pt x="111323" y="78581"/>
                    </a:cubicBezTo>
                    <a:lnTo>
                      <a:pt x="72033" y="78581"/>
                    </a:lnTo>
                    <a:cubicBezTo>
                      <a:pt x="68416" y="78581"/>
                      <a:pt x="65484" y="75649"/>
                      <a:pt x="65484" y="72033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34415" y="269652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insert-only 快照，不删改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31623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  <a:prstDash val="dash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3333750"/>
              <a:ext cx="1676400" cy="571500"/>
            </a:xfrm>
            <a:prstGeom prst="roundRect">
              <a:avLst>
                <a:gd name="adj" fmla="val 13333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58741" y="3446145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OUTPUT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0050" y="3634264"/>
              <a:ext cx="560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items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647950" y="1428750"/>
            <a:ext cx="2340245" cy="2667000"/>
            <a:chOff x="2647950" y="1428750"/>
            <a:chExt cx="2340245" cy="2667000"/>
          </a:xfrm>
        </p:grpSpPr>
        <p:sp>
          <p:nvSpPr>
            <p:cNvPr id="26" name="Polygon 26"/>
            <p:cNvSpPr/>
            <p:nvPr/>
          </p:nvSpPr>
          <p:spPr>
            <a:xfrm>
              <a:off x="2647950" y="2647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C7E5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857500" y="1428750"/>
              <a:ext cx="1981200" cy="26670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857500" y="1428750"/>
              <a:ext cx="1981200" cy="438150"/>
            </a:xfrm>
            <a:custGeom>
              <a:avLst/>
              <a:gdLst/>
              <a:ahLst/>
              <a:cxnLst/>
              <a:rect l="l" t="t" r="r" b="b"/>
              <a:pathLst>
                <a:path w="1981200" h="4381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1866900" y="0"/>
                  </a:lnTo>
                  <a:cubicBezTo>
                    <a:pt x="1930026" y="0"/>
                    <a:pt x="1981200" y="51174"/>
                    <a:pt x="1981200" y="114300"/>
                  </a:cubicBezTo>
                  <a:lnTo>
                    <a:pt x="198120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71800" y="1524000"/>
              <a:ext cx="266700" cy="247650"/>
            </a:xfrm>
            <a:prstGeom prst="roundRect">
              <a:avLst>
                <a:gd name="adj" fmla="val 23077"/>
              </a:avLst>
            </a:prstGeom>
            <a:solidFill>
              <a:srgbClr val="F3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03254" y="15916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14700" y="1552575"/>
              <a:ext cx="1452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提取 Extract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96565" y="2020252"/>
              <a:ext cx="16046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正文 · 字幕 · README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3042642" y="2343744"/>
              <a:ext cx="144067" cy="170261"/>
              <a:chOff x="3042642" y="2343744"/>
              <a:chExt cx="144067" cy="1702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134320" y="2350294"/>
                <a:ext cx="45839" cy="45839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45839">
                    <a:moveTo>
                      <a:pt x="45839" y="45839"/>
                    </a:moveTo>
                    <a:lnTo>
                      <a:pt x="0" y="458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042642" y="2343744"/>
                <a:ext cx="144067" cy="170261"/>
              </a:xfrm>
              <a:custGeom>
                <a:avLst/>
                <a:gdLst/>
                <a:ahLst/>
                <a:cxnLst/>
                <a:rect l="l" t="t" r="r" b="b"/>
                <a:pathLst>
                  <a:path w="144067" h="170261">
                    <a:moveTo>
                      <a:pt x="142150" y="47756"/>
                    </a:moveTo>
                    <a:lnTo>
                      <a:pt x="96311" y="1917"/>
                    </a:lnTo>
                    <a:cubicBezTo>
                      <a:pt x="95082" y="689"/>
                      <a:pt x="93415" y="0"/>
                      <a:pt x="91678" y="1"/>
                    </a:cubicBezTo>
                    <a:lnTo>
                      <a:pt x="13097" y="1"/>
                    </a:lnTo>
                    <a:cubicBezTo>
                      <a:pt x="5864" y="1"/>
                      <a:pt x="0" y="5865"/>
                      <a:pt x="0" y="13098"/>
                    </a:cubicBezTo>
                    <a:lnTo>
                      <a:pt x="0" y="157164"/>
                    </a:lnTo>
                    <a:cubicBezTo>
                      <a:pt x="0" y="164397"/>
                      <a:pt x="5864" y="170261"/>
                      <a:pt x="13097" y="170261"/>
                    </a:cubicBezTo>
                    <a:lnTo>
                      <a:pt x="130969" y="170261"/>
                    </a:lnTo>
                    <a:cubicBezTo>
                      <a:pt x="138202" y="170261"/>
                      <a:pt x="144066" y="164397"/>
                      <a:pt x="144066" y="157164"/>
                    </a:cubicBezTo>
                    <a:lnTo>
                      <a:pt x="144066" y="52389"/>
                    </a:lnTo>
                    <a:cubicBezTo>
                      <a:pt x="144067" y="50652"/>
                      <a:pt x="143378" y="48985"/>
                      <a:pt x="142150" y="47756"/>
                    </a:cubicBezTo>
                    <a:close/>
                    <a:moveTo>
                      <a:pt x="98227" y="22356"/>
                    </a:moveTo>
                    <a:lnTo>
                      <a:pt x="121711" y="45840"/>
                    </a:lnTo>
                    <a:lnTo>
                      <a:pt x="98227" y="45840"/>
                    </a:lnTo>
                    <a:close/>
                    <a:moveTo>
                      <a:pt x="130969" y="157164"/>
                    </a:moveTo>
                    <a:lnTo>
                      <a:pt x="13097" y="157164"/>
                    </a:lnTo>
                    <a:lnTo>
                      <a:pt x="13097" y="13098"/>
                    </a:lnTo>
                    <a:lnTo>
                      <a:pt x="85130" y="13098"/>
                    </a:lnTo>
                    <a:lnTo>
                      <a:pt x="85130" y="52389"/>
                    </a:lnTo>
                    <a:cubicBezTo>
                      <a:pt x="85130" y="56005"/>
                      <a:pt x="88062" y="58937"/>
                      <a:pt x="91678" y="58937"/>
                    </a:cubicBezTo>
                    <a:lnTo>
                      <a:pt x="130969" y="58937"/>
                    </a:lnTo>
                    <a:lnTo>
                      <a:pt x="130969" y="157164"/>
                    </a:lnTo>
                    <a:close/>
                    <a:moveTo>
                      <a:pt x="104775" y="91679"/>
                    </a:moveTo>
                    <a:cubicBezTo>
                      <a:pt x="104775" y="95296"/>
                      <a:pt x="101843" y="98228"/>
                      <a:pt x="98227" y="98228"/>
                    </a:cubicBezTo>
                    <a:lnTo>
                      <a:pt x="45839" y="98228"/>
                    </a:lnTo>
                    <a:cubicBezTo>
                      <a:pt x="42222" y="98228"/>
                      <a:pt x="39291" y="95296"/>
                      <a:pt x="39291" y="91679"/>
                    </a:cubicBezTo>
                    <a:cubicBezTo>
                      <a:pt x="39291" y="88063"/>
                      <a:pt x="42222" y="85131"/>
                      <a:pt x="45839" y="85131"/>
                    </a:cubicBezTo>
                    <a:lnTo>
                      <a:pt x="98227" y="85131"/>
                    </a:lnTo>
                    <a:cubicBezTo>
                      <a:pt x="101843" y="85131"/>
                      <a:pt x="104775" y="88063"/>
                      <a:pt x="104775" y="91679"/>
                    </a:cubicBezTo>
                    <a:close/>
                    <a:moveTo>
                      <a:pt x="104775" y="117873"/>
                    </a:moveTo>
                    <a:cubicBezTo>
                      <a:pt x="104775" y="121490"/>
                      <a:pt x="101843" y="124422"/>
                      <a:pt x="98227" y="124422"/>
                    </a:cubicBezTo>
                    <a:lnTo>
                      <a:pt x="45839" y="124422"/>
                    </a:lnTo>
                    <a:cubicBezTo>
                      <a:pt x="42222" y="124422"/>
                      <a:pt x="39291" y="121490"/>
                      <a:pt x="39291" y="117873"/>
                    </a:cubicBezTo>
                    <a:cubicBezTo>
                      <a:pt x="39291" y="114257"/>
                      <a:pt x="42222" y="111325"/>
                      <a:pt x="45839" y="111325"/>
                    </a:cubicBezTo>
                    <a:lnTo>
                      <a:pt x="98227" y="111325"/>
                    </a:lnTo>
                    <a:cubicBezTo>
                      <a:pt x="101843" y="111325"/>
                      <a:pt x="104775" y="114257"/>
                      <a:pt x="104775" y="117873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282315" y="2372678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defuddle → Markdown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3029545" y="2667595"/>
              <a:ext cx="170259" cy="170259"/>
              <a:chOff x="3029545" y="2667595"/>
              <a:chExt cx="170259" cy="170259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036094" y="26741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78581" y="0"/>
                    </a:moveTo>
                    <a:cubicBezTo>
                      <a:pt x="35182" y="0"/>
                      <a:pt x="0" y="35182"/>
                      <a:pt x="0" y="78581"/>
                    </a:cubicBez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lose/>
                    <a:moveTo>
                      <a:pt x="65484" y="104775"/>
                    </a:moveTo>
                    <a:lnTo>
                      <a:pt x="65484" y="52388"/>
                    </a:lnTo>
                    <a:lnTo>
                      <a:pt x="104775" y="78581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029545" y="26675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85130" y="0"/>
                    </a:moveTo>
                    <a:cubicBezTo>
                      <a:pt x="38114" y="0"/>
                      <a:pt x="0" y="38114"/>
                      <a:pt x="0" y="85130"/>
                    </a:cubicBezTo>
                    <a:cubicBezTo>
                      <a:pt x="0" y="132146"/>
                      <a:pt x="38114" y="170259"/>
                      <a:pt x="85130" y="170259"/>
                    </a:cubicBez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10" y="38134"/>
                      <a:pt x="132125" y="50"/>
                      <a:pt x="85130" y="0"/>
                    </a:cubicBezTo>
                    <a:close/>
                    <a:moveTo>
                      <a:pt x="85130" y="157162"/>
                    </a:moveTo>
                    <a:cubicBezTo>
                      <a:pt x="45347" y="157162"/>
                      <a:pt x="13097" y="124912"/>
                      <a:pt x="13097" y="85130"/>
                    </a:cubicBezTo>
                    <a:cubicBezTo>
                      <a:pt x="13097" y="45347"/>
                      <a:pt x="45347" y="13097"/>
                      <a:pt x="85130" y="13097"/>
                    </a:cubicBezTo>
                    <a:cubicBezTo>
                      <a:pt x="124912" y="13097"/>
                      <a:pt x="157162" y="45347"/>
                      <a:pt x="157162" y="85130"/>
                    </a:cubicBezTo>
                    <a:cubicBezTo>
                      <a:pt x="157117" y="124894"/>
                      <a:pt x="124894" y="157117"/>
                      <a:pt x="85130" y="157162"/>
                    </a:cubicBezTo>
                    <a:close/>
                    <a:moveTo>
                      <a:pt x="114958" y="79678"/>
                    </a:moveTo>
                    <a:lnTo>
                      <a:pt x="75667" y="53484"/>
                    </a:lnTo>
                    <a:cubicBezTo>
                      <a:pt x="73657" y="52143"/>
                      <a:pt x="71072" y="52018"/>
                      <a:pt x="68942" y="53159"/>
                    </a:cubicBezTo>
                    <a:cubicBezTo>
                      <a:pt x="66812" y="54299"/>
                      <a:pt x="65483" y="56520"/>
                      <a:pt x="65484" y="58936"/>
                    </a:cubicBezTo>
                    <a:lnTo>
                      <a:pt x="65484" y="111323"/>
                    </a:lnTo>
                    <a:cubicBezTo>
                      <a:pt x="65483" y="113740"/>
                      <a:pt x="66812" y="115960"/>
                      <a:pt x="68942" y="117101"/>
                    </a:cubicBezTo>
                    <a:cubicBezTo>
                      <a:pt x="71072" y="118241"/>
                      <a:pt x="73657" y="118116"/>
                      <a:pt x="75667" y="116775"/>
                    </a:cubicBezTo>
                    <a:lnTo>
                      <a:pt x="114958" y="90581"/>
                    </a:lnTo>
                    <a:cubicBezTo>
                      <a:pt x="116782" y="89367"/>
                      <a:pt x="117878" y="87321"/>
                      <a:pt x="117878" y="85130"/>
                    </a:cubicBezTo>
                    <a:cubicBezTo>
                      <a:pt x="117878" y="82938"/>
                      <a:pt x="116782" y="80892"/>
                      <a:pt x="114958" y="79678"/>
                    </a:cubicBezTo>
                    <a:close/>
                    <a:moveTo>
                      <a:pt x="78581" y="99086"/>
                    </a:moveTo>
                    <a:lnTo>
                      <a:pt x="78581" y="71214"/>
                    </a:lnTo>
                    <a:lnTo>
                      <a:pt x="99520" y="85130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3282315" y="2696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官方字幕优先，ASR 兜底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009900" y="31623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  <a:prstDash val="dash"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009900" y="3333750"/>
              <a:ext cx="1676400" cy="571500"/>
            </a:xfrm>
            <a:prstGeom prst="roundRect">
              <a:avLst>
                <a:gd name="adj" fmla="val 13333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06641" y="3446145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OUTPUT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37796" y="3634264"/>
              <a:ext cx="14206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item_contents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895850" y="1428750"/>
            <a:ext cx="2416921" cy="2667000"/>
            <a:chOff x="4895850" y="1428750"/>
            <a:chExt cx="2416921" cy="2667000"/>
          </a:xfrm>
        </p:grpSpPr>
        <p:sp>
          <p:nvSpPr>
            <p:cNvPr id="46" name="Polygon 46"/>
            <p:cNvSpPr/>
            <p:nvPr/>
          </p:nvSpPr>
          <p:spPr>
            <a:xfrm>
              <a:off x="4895850" y="2647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C7E5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105400" y="1428750"/>
              <a:ext cx="1981200" cy="26670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5105400" y="1428750"/>
              <a:ext cx="1981200" cy="438150"/>
            </a:xfrm>
            <a:custGeom>
              <a:avLst/>
              <a:gdLst/>
              <a:ahLst/>
              <a:cxnLst/>
              <a:rect l="l" t="t" r="r" b="b"/>
              <a:pathLst>
                <a:path w="1981200" h="4381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1866900" y="0"/>
                  </a:lnTo>
                  <a:cubicBezTo>
                    <a:pt x="1930026" y="0"/>
                    <a:pt x="1981200" y="51174"/>
                    <a:pt x="1981200" y="114300"/>
                  </a:cubicBezTo>
                  <a:lnTo>
                    <a:pt x="198120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19700" y="1524000"/>
              <a:ext cx="266700" cy="247650"/>
            </a:xfrm>
            <a:prstGeom prst="roundRect">
              <a:avLst>
                <a:gd name="adj" fmla="val 23077"/>
              </a:avLst>
            </a:prstGeom>
            <a:solidFill>
              <a:srgbClr val="F3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51154" y="15916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62600" y="1552575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分块 + 向量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44465" y="2020252"/>
              <a:ext cx="1749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pgvector · 分块 + 向量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5277445" y="2336672"/>
              <a:ext cx="170259" cy="184389"/>
              <a:chOff x="5277445" y="2336672"/>
              <a:chExt cx="170259" cy="18438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5283994" y="2387071"/>
                <a:ext cx="78581" cy="126933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126933">
                    <a:moveTo>
                      <a:pt x="78581" y="42696"/>
                    </a:moveTo>
                    <a:lnTo>
                      <a:pt x="78581" y="126933"/>
                    </a:lnTo>
                    <a:cubicBezTo>
                      <a:pt x="77481" y="126929"/>
                      <a:pt x="76400" y="126647"/>
                      <a:pt x="75438" y="126115"/>
                    </a:cubicBezTo>
                    <a:lnTo>
                      <a:pt x="3405" y="86693"/>
                    </a:lnTo>
                    <a:cubicBezTo>
                      <a:pt x="1310" y="85547"/>
                      <a:pt x="5" y="83351"/>
                      <a:pt x="0" y="80963"/>
                    </a:cubicBezTo>
                    <a:lnTo>
                      <a:pt x="0" y="2677"/>
                    </a:lnTo>
                    <a:cubicBezTo>
                      <a:pt x="0" y="1754"/>
                      <a:pt x="196" y="842"/>
                      <a:pt x="573" y="0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277445" y="2336672"/>
                <a:ext cx="170259" cy="18438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84389">
                    <a:moveTo>
                      <a:pt x="163449" y="41575"/>
                    </a:moveTo>
                    <a:lnTo>
                      <a:pt x="91416" y="2162"/>
                    </a:lnTo>
                    <a:lnTo>
                      <a:pt x="91416" y="2162"/>
                    </a:lnTo>
                    <a:cubicBezTo>
                      <a:pt x="87504" y="0"/>
                      <a:pt x="82755" y="0"/>
                      <a:pt x="78843" y="2162"/>
                    </a:cubicBezTo>
                    <a:lnTo>
                      <a:pt x="6810" y="41591"/>
                    </a:lnTo>
                    <a:cubicBezTo>
                      <a:pt x="2621" y="43884"/>
                      <a:pt x="11" y="48275"/>
                      <a:pt x="0" y="53051"/>
                    </a:cubicBezTo>
                    <a:lnTo>
                      <a:pt x="0" y="131338"/>
                    </a:lnTo>
                    <a:cubicBezTo>
                      <a:pt x="11" y="136114"/>
                      <a:pt x="2621" y="140505"/>
                      <a:pt x="6810" y="142798"/>
                    </a:cubicBezTo>
                    <a:lnTo>
                      <a:pt x="78843" y="182227"/>
                    </a:lnTo>
                    <a:cubicBezTo>
                      <a:pt x="82755" y="184389"/>
                      <a:pt x="87504" y="184389"/>
                      <a:pt x="91416" y="182227"/>
                    </a:cubicBezTo>
                    <a:lnTo>
                      <a:pt x="163449" y="142798"/>
                    </a:lnTo>
                    <a:cubicBezTo>
                      <a:pt x="167639" y="140505"/>
                      <a:pt x="170249" y="136114"/>
                      <a:pt x="170259" y="131338"/>
                    </a:cubicBezTo>
                    <a:lnTo>
                      <a:pt x="170259" y="53059"/>
                    </a:lnTo>
                    <a:cubicBezTo>
                      <a:pt x="170257" y="48275"/>
                      <a:pt x="167647" y="43872"/>
                      <a:pt x="163449" y="41575"/>
                    </a:cubicBezTo>
                    <a:close/>
                    <a:moveTo>
                      <a:pt x="85130" y="13621"/>
                    </a:moveTo>
                    <a:lnTo>
                      <a:pt x="85130" y="13621"/>
                    </a:lnTo>
                    <a:lnTo>
                      <a:pt x="150892" y="49638"/>
                    </a:lnTo>
                    <a:lnTo>
                      <a:pt x="85130" y="85654"/>
                    </a:lnTo>
                    <a:lnTo>
                      <a:pt x="19367" y="49638"/>
                    </a:lnTo>
                    <a:close/>
                    <a:moveTo>
                      <a:pt x="13097" y="61098"/>
                    </a:moveTo>
                    <a:lnTo>
                      <a:pt x="78581" y="96934"/>
                    </a:lnTo>
                    <a:lnTo>
                      <a:pt x="78581" y="167158"/>
                    </a:lnTo>
                    <a:lnTo>
                      <a:pt x="13097" y="131346"/>
                    </a:lnTo>
                    <a:close/>
                    <a:moveTo>
                      <a:pt x="91678" y="167158"/>
                    </a:moveTo>
                    <a:lnTo>
                      <a:pt x="91678" y="96967"/>
                    </a:lnTo>
                    <a:lnTo>
                      <a:pt x="157162" y="61098"/>
                    </a:lnTo>
                    <a:lnTo>
                      <a:pt x="157162" y="131313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530215" y="2372678"/>
              <a:ext cx="17825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字幕行级打包 500/700 字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5270896" y="2654498"/>
              <a:ext cx="189905" cy="189938"/>
              <a:chOff x="5270896" y="2654498"/>
              <a:chExt cx="189905" cy="18993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277513" y="2693824"/>
                <a:ext cx="143996" cy="143996"/>
              </a:xfrm>
              <a:custGeom>
                <a:avLst/>
                <a:gdLst/>
                <a:ahLst/>
                <a:cxnLst/>
                <a:rect l="l" t="t" r="r" b="b"/>
                <a:pathLst>
                  <a:path w="143996" h="143996">
                    <a:moveTo>
                      <a:pt x="139758" y="78080"/>
                    </a:moveTo>
                    <a:lnTo>
                      <a:pt x="97471" y="93632"/>
                    </a:lnTo>
                    <a:cubicBezTo>
                      <a:pt x="95689" y="94285"/>
                      <a:pt x="94285" y="95689"/>
                      <a:pt x="93632" y="97471"/>
                    </a:cubicBezTo>
                    <a:lnTo>
                      <a:pt x="78080" y="139758"/>
                    </a:lnTo>
                    <a:cubicBezTo>
                      <a:pt x="77140" y="142305"/>
                      <a:pt x="74713" y="143996"/>
                      <a:pt x="71998" y="143996"/>
                    </a:cubicBezTo>
                    <a:cubicBezTo>
                      <a:pt x="69283" y="143996"/>
                      <a:pt x="66856" y="142305"/>
                      <a:pt x="65916" y="139758"/>
                    </a:cubicBezTo>
                    <a:lnTo>
                      <a:pt x="50364" y="97471"/>
                    </a:lnTo>
                    <a:cubicBezTo>
                      <a:pt x="49711" y="95689"/>
                      <a:pt x="48307" y="94285"/>
                      <a:pt x="46525" y="93632"/>
                    </a:cubicBezTo>
                    <a:lnTo>
                      <a:pt x="4238" y="78080"/>
                    </a:lnTo>
                    <a:cubicBezTo>
                      <a:pt x="1691" y="77140"/>
                      <a:pt x="0" y="74713"/>
                      <a:pt x="0" y="71998"/>
                    </a:cubicBezTo>
                    <a:cubicBezTo>
                      <a:pt x="0" y="69283"/>
                      <a:pt x="1691" y="66856"/>
                      <a:pt x="4238" y="65916"/>
                    </a:cubicBezTo>
                    <a:lnTo>
                      <a:pt x="46525" y="50364"/>
                    </a:lnTo>
                    <a:cubicBezTo>
                      <a:pt x="48307" y="49711"/>
                      <a:pt x="49711" y="48307"/>
                      <a:pt x="50364" y="46525"/>
                    </a:cubicBezTo>
                    <a:lnTo>
                      <a:pt x="65916" y="4238"/>
                    </a:lnTo>
                    <a:cubicBezTo>
                      <a:pt x="66856" y="1691"/>
                      <a:pt x="69283" y="0"/>
                      <a:pt x="71998" y="0"/>
                    </a:cubicBezTo>
                    <a:cubicBezTo>
                      <a:pt x="74713" y="0"/>
                      <a:pt x="77140" y="1691"/>
                      <a:pt x="78080" y="4238"/>
                    </a:cubicBezTo>
                    <a:lnTo>
                      <a:pt x="93632" y="46525"/>
                    </a:lnTo>
                    <a:cubicBezTo>
                      <a:pt x="94285" y="48307"/>
                      <a:pt x="95689" y="49711"/>
                      <a:pt x="97471" y="50364"/>
                    </a:cubicBezTo>
                    <a:lnTo>
                      <a:pt x="139758" y="65916"/>
                    </a:lnTo>
                    <a:cubicBezTo>
                      <a:pt x="142305" y="66856"/>
                      <a:pt x="143996" y="69283"/>
                      <a:pt x="143996" y="71998"/>
                    </a:cubicBezTo>
                    <a:cubicBezTo>
                      <a:pt x="143996" y="74713"/>
                      <a:pt x="142305" y="77140"/>
                      <a:pt x="139758" y="78080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270896" y="2654498"/>
                <a:ext cx="189905" cy="189938"/>
              </a:xfrm>
              <a:custGeom>
                <a:avLst/>
                <a:gdLst/>
                <a:ahLst/>
                <a:cxnLst/>
                <a:rect l="l" t="t" r="r" b="b"/>
                <a:pathLst>
                  <a:path w="189905" h="189938">
                    <a:moveTo>
                      <a:pt x="148634" y="99094"/>
                    </a:moveTo>
                    <a:lnTo>
                      <a:pt x="106388" y="83542"/>
                    </a:lnTo>
                    <a:lnTo>
                      <a:pt x="90836" y="41263"/>
                    </a:lnTo>
                    <a:cubicBezTo>
                      <a:pt x="88949" y="36139"/>
                      <a:pt x="84067" y="32733"/>
                      <a:pt x="78606" y="32733"/>
                    </a:cubicBezTo>
                    <a:cubicBezTo>
                      <a:pt x="73145" y="32733"/>
                      <a:pt x="68264" y="36139"/>
                      <a:pt x="66377" y="41263"/>
                    </a:cubicBezTo>
                    <a:lnTo>
                      <a:pt x="50808" y="83493"/>
                    </a:lnTo>
                    <a:lnTo>
                      <a:pt x="8530" y="99045"/>
                    </a:lnTo>
                    <a:cubicBezTo>
                      <a:pt x="3405" y="100932"/>
                      <a:pt x="0" y="105813"/>
                      <a:pt x="0" y="111274"/>
                    </a:cubicBezTo>
                    <a:cubicBezTo>
                      <a:pt x="0" y="116735"/>
                      <a:pt x="3405" y="121617"/>
                      <a:pt x="8530" y="123504"/>
                    </a:cubicBezTo>
                    <a:lnTo>
                      <a:pt x="50751" y="139154"/>
                    </a:lnTo>
                    <a:lnTo>
                      <a:pt x="66303" y="181408"/>
                    </a:lnTo>
                    <a:cubicBezTo>
                      <a:pt x="68190" y="186533"/>
                      <a:pt x="73072" y="189938"/>
                      <a:pt x="78533" y="189938"/>
                    </a:cubicBezTo>
                    <a:cubicBezTo>
                      <a:pt x="83994" y="189938"/>
                      <a:pt x="88875" y="186533"/>
                      <a:pt x="90762" y="181408"/>
                    </a:cubicBezTo>
                    <a:lnTo>
                      <a:pt x="106314" y="139162"/>
                    </a:lnTo>
                    <a:lnTo>
                      <a:pt x="148593" y="123610"/>
                    </a:lnTo>
                    <a:cubicBezTo>
                      <a:pt x="153718" y="121724"/>
                      <a:pt x="157123" y="116842"/>
                      <a:pt x="157123" y="111381"/>
                    </a:cubicBezTo>
                    <a:cubicBezTo>
                      <a:pt x="157123" y="105920"/>
                      <a:pt x="153718" y="101038"/>
                      <a:pt x="148593" y="99152"/>
                    </a:cubicBezTo>
                    <a:close/>
                    <a:moveTo>
                      <a:pt x="101821" y="126876"/>
                    </a:moveTo>
                    <a:cubicBezTo>
                      <a:pt x="98239" y="128191"/>
                      <a:pt x="95416" y="131013"/>
                      <a:pt x="94102" y="134595"/>
                    </a:cubicBezTo>
                    <a:lnTo>
                      <a:pt x="78549" y="176718"/>
                    </a:lnTo>
                    <a:lnTo>
                      <a:pt x="63029" y="134562"/>
                    </a:lnTo>
                    <a:cubicBezTo>
                      <a:pt x="61714" y="131000"/>
                      <a:pt x="58905" y="128191"/>
                      <a:pt x="55343" y="126876"/>
                    </a:cubicBezTo>
                    <a:lnTo>
                      <a:pt x="55343" y="126876"/>
                    </a:lnTo>
                    <a:lnTo>
                      <a:pt x="13220" y="111323"/>
                    </a:lnTo>
                    <a:lnTo>
                      <a:pt x="55343" y="95771"/>
                    </a:lnTo>
                    <a:cubicBezTo>
                      <a:pt x="58905" y="94455"/>
                      <a:pt x="61714" y="91647"/>
                      <a:pt x="63029" y="88085"/>
                    </a:cubicBezTo>
                    <a:lnTo>
                      <a:pt x="78582" y="45962"/>
                    </a:lnTo>
                    <a:lnTo>
                      <a:pt x="94134" y="88085"/>
                    </a:lnTo>
                    <a:cubicBezTo>
                      <a:pt x="95449" y="91666"/>
                      <a:pt x="98272" y="94489"/>
                      <a:pt x="101853" y="95804"/>
                    </a:cubicBezTo>
                    <a:lnTo>
                      <a:pt x="143976" y="111356"/>
                    </a:lnTo>
                    <a:close/>
                    <a:moveTo>
                      <a:pt x="104776" y="26194"/>
                    </a:moveTo>
                    <a:cubicBezTo>
                      <a:pt x="104776" y="22577"/>
                      <a:pt x="107707" y="19645"/>
                      <a:pt x="111324" y="19645"/>
                    </a:cubicBezTo>
                    <a:lnTo>
                      <a:pt x="124421" y="19645"/>
                    </a:lnTo>
                    <a:lnTo>
                      <a:pt x="124421" y="6548"/>
                    </a:lnTo>
                    <a:cubicBezTo>
                      <a:pt x="124421" y="2932"/>
                      <a:pt x="127353" y="0"/>
                      <a:pt x="130969" y="0"/>
                    </a:cubicBezTo>
                    <a:cubicBezTo>
                      <a:pt x="134586" y="0"/>
                      <a:pt x="137518" y="2932"/>
                      <a:pt x="137518" y="6548"/>
                    </a:cubicBezTo>
                    <a:lnTo>
                      <a:pt x="137518" y="19645"/>
                    </a:lnTo>
                    <a:lnTo>
                      <a:pt x="150615" y="19645"/>
                    </a:lnTo>
                    <a:cubicBezTo>
                      <a:pt x="154231" y="19645"/>
                      <a:pt x="157163" y="22577"/>
                      <a:pt x="157163" y="26194"/>
                    </a:cubicBezTo>
                    <a:cubicBezTo>
                      <a:pt x="157163" y="29810"/>
                      <a:pt x="154231" y="32742"/>
                      <a:pt x="150615" y="32742"/>
                    </a:cubicBezTo>
                    <a:lnTo>
                      <a:pt x="137518" y="32742"/>
                    </a:lnTo>
                    <a:lnTo>
                      <a:pt x="137518" y="45839"/>
                    </a:lnTo>
                    <a:cubicBezTo>
                      <a:pt x="137518" y="49456"/>
                      <a:pt x="134586" y="52388"/>
                      <a:pt x="130969" y="52388"/>
                    </a:cubicBezTo>
                    <a:cubicBezTo>
                      <a:pt x="127353" y="52388"/>
                      <a:pt x="124421" y="49456"/>
                      <a:pt x="124421" y="45839"/>
                    </a:cubicBezTo>
                    <a:lnTo>
                      <a:pt x="124421" y="32742"/>
                    </a:lnTo>
                    <a:lnTo>
                      <a:pt x="111324" y="32742"/>
                    </a:lnTo>
                    <a:cubicBezTo>
                      <a:pt x="107707" y="32742"/>
                      <a:pt x="104776" y="29810"/>
                      <a:pt x="104776" y="26194"/>
                    </a:cubicBezTo>
                    <a:close/>
                    <a:moveTo>
                      <a:pt x="189905" y="65484"/>
                    </a:moveTo>
                    <a:cubicBezTo>
                      <a:pt x="189905" y="69101"/>
                      <a:pt x="186973" y="72033"/>
                      <a:pt x="183357" y="72033"/>
                    </a:cubicBezTo>
                    <a:lnTo>
                      <a:pt x="176808" y="72033"/>
                    </a:lnTo>
                    <a:lnTo>
                      <a:pt x="176808" y="78581"/>
                    </a:lnTo>
                    <a:cubicBezTo>
                      <a:pt x="176808" y="82198"/>
                      <a:pt x="173877" y="85130"/>
                      <a:pt x="170260" y="85130"/>
                    </a:cubicBezTo>
                    <a:cubicBezTo>
                      <a:pt x="166643" y="85130"/>
                      <a:pt x="163711" y="82198"/>
                      <a:pt x="163711" y="78581"/>
                    </a:cubicBezTo>
                    <a:lnTo>
                      <a:pt x="163711" y="72033"/>
                    </a:lnTo>
                    <a:lnTo>
                      <a:pt x="157163" y="72033"/>
                    </a:lnTo>
                    <a:cubicBezTo>
                      <a:pt x="153546" y="72033"/>
                      <a:pt x="150615" y="69101"/>
                      <a:pt x="150615" y="65484"/>
                    </a:cubicBezTo>
                    <a:cubicBezTo>
                      <a:pt x="150615" y="61868"/>
                      <a:pt x="153546" y="58936"/>
                      <a:pt x="157163" y="58936"/>
                    </a:cubicBezTo>
                    <a:lnTo>
                      <a:pt x="163711" y="58936"/>
                    </a:lnTo>
                    <a:lnTo>
                      <a:pt x="163711" y="52388"/>
                    </a:lnTo>
                    <a:cubicBezTo>
                      <a:pt x="163711" y="48771"/>
                      <a:pt x="166643" y="45839"/>
                      <a:pt x="170260" y="45839"/>
                    </a:cubicBezTo>
                    <a:cubicBezTo>
                      <a:pt x="173877" y="45839"/>
                      <a:pt x="176808" y="48771"/>
                      <a:pt x="176808" y="52388"/>
                    </a:cubicBezTo>
                    <a:lnTo>
                      <a:pt x="176808" y="58936"/>
                    </a:lnTo>
                    <a:lnTo>
                      <a:pt x="183357" y="58936"/>
                    </a:lnTo>
                    <a:cubicBezTo>
                      <a:pt x="186973" y="58936"/>
                      <a:pt x="189905" y="61868"/>
                      <a:pt x="189905" y="65484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5530215" y="26965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文本软切，维度跟随模型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5257800" y="31623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  <a:prstDash val="dash"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257800" y="3333750"/>
              <a:ext cx="1676400" cy="571500"/>
            </a:xfrm>
            <a:prstGeom prst="roundRect">
              <a:avLst>
                <a:gd name="adj" fmla="val 13333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54541" y="3446145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OUTPUT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93234" y="36342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item_chunks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143750" y="1428750"/>
            <a:ext cx="2194560" cy="2667000"/>
            <a:chOff x="7143750" y="1428750"/>
            <a:chExt cx="2194560" cy="2667000"/>
          </a:xfrm>
        </p:grpSpPr>
        <p:sp>
          <p:nvSpPr>
            <p:cNvPr id="66" name="Polygon 66"/>
            <p:cNvSpPr/>
            <p:nvPr/>
          </p:nvSpPr>
          <p:spPr>
            <a:xfrm>
              <a:off x="7143750" y="2647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C7E5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53300" y="1428750"/>
              <a:ext cx="1981200" cy="26670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353300" y="1428750"/>
              <a:ext cx="1981200" cy="438150"/>
            </a:xfrm>
            <a:custGeom>
              <a:avLst/>
              <a:gdLst/>
              <a:ahLst/>
              <a:cxnLst/>
              <a:rect l="l" t="t" r="r" b="b"/>
              <a:pathLst>
                <a:path w="1981200" h="4381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1866900" y="0"/>
                  </a:lnTo>
                  <a:cubicBezTo>
                    <a:pt x="1930026" y="0"/>
                    <a:pt x="1981200" y="51174"/>
                    <a:pt x="1981200" y="114300"/>
                  </a:cubicBezTo>
                  <a:lnTo>
                    <a:pt x="198120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467600" y="1524000"/>
              <a:ext cx="266700" cy="247650"/>
            </a:xfrm>
            <a:prstGeom prst="roundRect">
              <a:avLst>
                <a:gd name="adj" fmla="val 23077"/>
              </a:avLst>
            </a:prstGeom>
            <a:solidFill>
              <a:srgbClr val="F3EEE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99054" y="15916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10500" y="1552575"/>
              <a:ext cx="9467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标签 Tag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92365" y="2020252"/>
              <a:ext cx="1177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LLM 结构化输出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7531883" y="2350283"/>
              <a:ext cx="176817" cy="176817"/>
              <a:chOff x="7531883" y="2350283"/>
              <a:chExt cx="176817" cy="176817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538442" y="2356842"/>
                <a:ext cx="163724" cy="164351"/>
              </a:xfrm>
              <a:custGeom>
                <a:avLst/>
                <a:gdLst/>
                <a:ahLst/>
                <a:cxnLst/>
                <a:rect l="l" t="t" r="r" b="b"/>
                <a:pathLst>
                  <a:path w="163724" h="164351">
                    <a:moveTo>
                      <a:pt x="161796" y="92497"/>
                    </a:moveTo>
                    <a:lnTo>
                      <a:pt x="92497" y="161796"/>
                    </a:lnTo>
                    <a:cubicBezTo>
                      <a:pt x="89940" y="164351"/>
                      <a:pt x="85796" y="164351"/>
                      <a:pt x="83239" y="161796"/>
                    </a:cubicBezTo>
                    <a:lnTo>
                      <a:pt x="1915" y="80497"/>
                    </a:lnTo>
                    <a:cubicBezTo>
                      <a:pt x="690" y="79270"/>
                      <a:pt x="1" y="77606"/>
                      <a:pt x="0" y="75872"/>
                    </a:cubicBezTo>
                    <a:lnTo>
                      <a:pt x="0" y="0"/>
                    </a:lnTo>
                    <a:lnTo>
                      <a:pt x="75872" y="0"/>
                    </a:lnTo>
                    <a:cubicBezTo>
                      <a:pt x="77606" y="1"/>
                      <a:pt x="79270" y="690"/>
                      <a:pt x="80497" y="1915"/>
                    </a:cubicBezTo>
                    <a:lnTo>
                      <a:pt x="161796" y="83214"/>
                    </a:lnTo>
                    <a:cubicBezTo>
                      <a:pt x="163030" y="84443"/>
                      <a:pt x="163724" y="86113"/>
                      <a:pt x="163724" y="87855"/>
                    </a:cubicBezTo>
                    <a:cubicBezTo>
                      <a:pt x="163724" y="89598"/>
                      <a:pt x="163030" y="91268"/>
                      <a:pt x="161796" y="92497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531883" y="2350283"/>
                <a:ext cx="176817" cy="176817"/>
              </a:xfrm>
              <a:custGeom>
                <a:avLst/>
                <a:gdLst/>
                <a:ahLst/>
                <a:cxnLst/>
                <a:rect l="l" t="t" r="r" b="b"/>
                <a:pathLst>
                  <a:path w="176817" h="176817">
                    <a:moveTo>
                      <a:pt x="172980" y="85141"/>
                    </a:moveTo>
                    <a:lnTo>
                      <a:pt x="91689" y="3850"/>
                    </a:lnTo>
                    <a:cubicBezTo>
                      <a:pt x="89242" y="1383"/>
                      <a:pt x="85907" y="0"/>
                      <a:pt x="82431" y="11"/>
                    </a:cubicBezTo>
                    <a:lnTo>
                      <a:pt x="6560" y="11"/>
                    </a:lnTo>
                    <a:cubicBezTo>
                      <a:pt x="2943" y="11"/>
                      <a:pt x="11" y="2943"/>
                      <a:pt x="11" y="6560"/>
                    </a:cubicBezTo>
                    <a:lnTo>
                      <a:pt x="11" y="82431"/>
                    </a:lnTo>
                    <a:cubicBezTo>
                      <a:pt x="0" y="85907"/>
                      <a:pt x="1383" y="89242"/>
                      <a:pt x="3850" y="91689"/>
                    </a:cubicBezTo>
                    <a:lnTo>
                      <a:pt x="85141" y="172980"/>
                    </a:lnTo>
                    <a:cubicBezTo>
                      <a:pt x="87597" y="175437"/>
                      <a:pt x="90929" y="176817"/>
                      <a:pt x="94403" y="176817"/>
                    </a:cubicBezTo>
                    <a:cubicBezTo>
                      <a:pt x="97877" y="176817"/>
                      <a:pt x="101208" y="175437"/>
                      <a:pt x="103665" y="172980"/>
                    </a:cubicBezTo>
                    <a:lnTo>
                      <a:pt x="172980" y="103665"/>
                    </a:lnTo>
                    <a:cubicBezTo>
                      <a:pt x="175437" y="101208"/>
                      <a:pt x="176817" y="97877"/>
                      <a:pt x="176817" y="94403"/>
                    </a:cubicBezTo>
                    <a:cubicBezTo>
                      <a:pt x="176817" y="90929"/>
                      <a:pt x="175437" y="87597"/>
                      <a:pt x="172980" y="85141"/>
                    </a:cubicBezTo>
                    <a:close/>
                    <a:moveTo>
                      <a:pt x="94399" y="163722"/>
                    </a:moveTo>
                    <a:lnTo>
                      <a:pt x="13108" y="82431"/>
                    </a:lnTo>
                    <a:lnTo>
                      <a:pt x="13108" y="13108"/>
                    </a:lnTo>
                    <a:lnTo>
                      <a:pt x="82431" y="13108"/>
                    </a:lnTo>
                    <a:lnTo>
                      <a:pt x="163722" y="94399"/>
                    </a:lnTo>
                    <a:close/>
                    <a:moveTo>
                      <a:pt x="52399" y="42576"/>
                    </a:moveTo>
                    <a:cubicBezTo>
                      <a:pt x="52399" y="48001"/>
                      <a:pt x="48001" y="52399"/>
                      <a:pt x="42576" y="52399"/>
                    </a:cubicBezTo>
                    <a:cubicBezTo>
                      <a:pt x="37151" y="52399"/>
                      <a:pt x="32753" y="48001"/>
                      <a:pt x="32753" y="42576"/>
                    </a:cubicBezTo>
                    <a:cubicBezTo>
                      <a:pt x="32753" y="37151"/>
                      <a:pt x="37151" y="32753"/>
                      <a:pt x="42576" y="32753"/>
                    </a:cubicBezTo>
                    <a:cubicBezTo>
                      <a:pt x="48001" y="32753"/>
                      <a:pt x="52399" y="37151"/>
                      <a:pt x="52399" y="42576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778115" y="2372678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最多 5 个，Zod 校验</a:t>
              </a: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7525345" y="2667595"/>
              <a:ext cx="170259" cy="170259"/>
              <a:chOff x="7525345" y="2667595"/>
              <a:chExt cx="170259" cy="170259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531894" y="26741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157162" y="78581"/>
                    </a:moveTo>
                    <a:cubicBezTo>
                      <a:pt x="157162" y="121980"/>
                      <a:pt x="121980" y="157162"/>
                      <a:pt x="78581" y="157162"/>
                    </a:cubicBezTo>
                    <a:cubicBezTo>
                      <a:pt x="35182" y="157162"/>
                      <a:pt x="0" y="121980"/>
                      <a:pt x="0" y="78581"/>
                    </a:cubicBezTo>
                    <a:cubicBezTo>
                      <a:pt x="0" y="35182"/>
                      <a:pt x="35182" y="0"/>
                      <a:pt x="78581" y="0"/>
                    </a:cubicBezTo>
                    <a:cubicBezTo>
                      <a:pt x="121980" y="0"/>
                      <a:pt x="157162" y="35182"/>
                      <a:pt x="157162" y="78581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525345" y="26675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122505" y="60851"/>
                    </a:moveTo>
                    <a:cubicBezTo>
                      <a:pt x="123735" y="62080"/>
                      <a:pt x="124425" y="63746"/>
                      <a:pt x="124425" y="65484"/>
                    </a:cubicBezTo>
                    <a:cubicBezTo>
                      <a:pt x="124425" y="67222"/>
                      <a:pt x="123735" y="68889"/>
                      <a:pt x="122505" y="70117"/>
                    </a:cubicBezTo>
                    <a:lnTo>
                      <a:pt x="76666" y="115956"/>
                    </a:lnTo>
                    <a:cubicBezTo>
                      <a:pt x="75438" y="117186"/>
                      <a:pt x="73771" y="117877"/>
                      <a:pt x="72033" y="117877"/>
                    </a:cubicBezTo>
                    <a:cubicBezTo>
                      <a:pt x="70295" y="117877"/>
                      <a:pt x="68628" y="117186"/>
                      <a:pt x="67400" y="115956"/>
                    </a:cubicBezTo>
                    <a:lnTo>
                      <a:pt x="47754" y="96311"/>
                    </a:lnTo>
                    <a:cubicBezTo>
                      <a:pt x="45196" y="93752"/>
                      <a:pt x="45196" y="89604"/>
                      <a:pt x="47754" y="87045"/>
                    </a:cubicBezTo>
                    <a:cubicBezTo>
                      <a:pt x="50313" y="84486"/>
                      <a:pt x="54462" y="84486"/>
                      <a:pt x="57021" y="87045"/>
                    </a:cubicBezTo>
                    <a:lnTo>
                      <a:pt x="72033" y="102066"/>
                    </a:lnTo>
                    <a:lnTo>
                      <a:pt x="113239" y="60851"/>
                    </a:lnTo>
                    <a:cubicBezTo>
                      <a:pt x="114467" y="59622"/>
                      <a:pt x="116134" y="58931"/>
                      <a:pt x="117872" y="58931"/>
                    </a:cubicBezTo>
                    <a:cubicBezTo>
                      <a:pt x="119610" y="58931"/>
                      <a:pt x="121277" y="59622"/>
                      <a:pt x="122505" y="60851"/>
                    </a:cubicBezTo>
                    <a:close/>
                    <a:moveTo>
                      <a:pt x="170259" y="85130"/>
                    </a:moveTo>
                    <a:cubicBezTo>
                      <a:pt x="170259" y="132146"/>
                      <a:pt x="132146" y="170259"/>
                      <a:pt x="85130" y="170259"/>
                    </a:cubicBezTo>
                    <a:cubicBezTo>
                      <a:pt x="38114" y="170259"/>
                      <a:pt x="0" y="132146"/>
                      <a:pt x="0" y="85130"/>
                    </a:cubicBezTo>
                    <a:cubicBezTo>
                      <a:pt x="0" y="38114"/>
                      <a:pt x="38114" y="0"/>
                      <a:pt x="85130" y="0"/>
                    </a:cubicBezTo>
                    <a:cubicBezTo>
                      <a:pt x="132125" y="50"/>
                      <a:pt x="170210" y="38134"/>
                      <a:pt x="170259" y="85130"/>
                    </a:cubicBezTo>
                    <a:close/>
                    <a:moveTo>
                      <a:pt x="157162" y="85130"/>
                    </a:moveTo>
                    <a:cubicBezTo>
                      <a:pt x="157162" y="45347"/>
                      <a:pt x="124912" y="13097"/>
                      <a:pt x="85130" y="13097"/>
                    </a:cubicBezTo>
                    <a:cubicBezTo>
                      <a:pt x="45347" y="13097"/>
                      <a:pt x="13097" y="45347"/>
                      <a:pt x="13097" y="85130"/>
                    </a:cubicBezTo>
                    <a:cubicBezTo>
                      <a:pt x="13097" y="124912"/>
                      <a:pt x="45347" y="157162"/>
                      <a:pt x="85130" y="157162"/>
                    </a:cubicBezTo>
                    <a:cubicBezTo>
                      <a:pt x="124894" y="157117"/>
                      <a:pt x="157117" y="124894"/>
                      <a:pt x="157162" y="85130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7778115" y="2696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优先复用已有标签防重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7505700" y="31623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  <a:prstDash val="dash"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505700" y="3333750"/>
              <a:ext cx="1676400" cy="571500"/>
            </a:xfrm>
            <a:prstGeom prst="roundRect">
              <a:avLst>
                <a:gd name="adj" fmla="val 13333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102441" y="3446145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OUTPUT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848673" y="3634264"/>
              <a:ext cx="990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item_tags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391650" y="1428750"/>
            <a:ext cx="2370915" cy="2667000"/>
            <a:chOff x="9391650" y="1428750"/>
            <a:chExt cx="2370915" cy="2667000"/>
          </a:xfrm>
        </p:grpSpPr>
        <p:sp>
          <p:nvSpPr>
            <p:cNvPr id="86" name="Polygon 86"/>
            <p:cNvSpPr/>
            <p:nvPr/>
          </p:nvSpPr>
          <p:spPr>
            <a:xfrm>
              <a:off x="9391650" y="2647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C7E5B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601200" y="1428750"/>
              <a:ext cx="1981200" cy="26670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9050">
              <a:solidFill>
                <a:srgbClr val="FC7E5B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9601200" y="1428750"/>
              <a:ext cx="1981200" cy="438150"/>
            </a:xfrm>
            <a:custGeom>
              <a:avLst/>
              <a:gdLst/>
              <a:ahLst/>
              <a:cxnLst/>
              <a:rect l="l" t="t" r="r" b="b"/>
              <a:pathLst>
                <a:path w="1981200" h="4381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1866900" y="0"/>
                  </a:lnTo>
                  <a:cubicBezTo>
                    <a:pt x="1930026" y="0"/>
                    <a:pt x="1981200" y="51174"/>
                    <a:pt x="1981200" y="114300"/>
                  </a:cubicBezTo>
                  <a:lnTo>
                    <a:pt x="198120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C7E5B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715500" y="1524000"/>
              <a:ext cx="266700" cy="247650"/>
            </a:xfrm>
            <a:prstGeom prst="roundRect">
              <a:avLst>
                <a:gd name="adj" fmla="val 23077"/>
              </a:avLst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746954" y="15916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058400" y="1552575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检索 + 回答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740265" y="2020252"/>
              <a:ext cx="1620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Agent · 只读工具调用</a:t>
              </a:r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9765796" y="2336265"/>
              <a:ext cx="178352" cy="178383"/>
              <a:chOff x="9765796" y="2336265"/>
              <a:chExt cx="178352" cy="178383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9779794" y="2350294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30969" y="65484"/>
                    </a:moveTo>
                    <a:cubicBezTo>
                      <a:pt x="130969" y="101650"/>
                      <a:pt x="101650" y="130969"/>
                      <a:pt x="65484" y="130969"/>
                    </a:cubicBezTo>
                    <a:cubicBezTo>
                      <a:pt x="29318" y="130969"/>
                      <a:pt x="0" y="101650"/>
                      <a:pt x="0" y="65484"/>
                    </a:cubicBezTo>
                    <a:cubicBezTo>
                      <a:pt x="0" y="29318"/>
                      <a:pt x="29318" y="0"/>
                      <a:pt x="65484" y="0"/>
                    </a:cubicBez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9765796" y="2336265"/>
                <a:ext cx="178352" cy="178383"/>
              </a:xfrm>
              <a:custGeom>
                <a:avLst/>
                <a:gdLst/>
                <a:ahLst/>
                <a:cxnLst/>
                <a:rect l="l" t="t" r="r" b="b"/>
                <a:pathLst>
                  <a:path w="178352" h="178383">
                    <a:moveTo>
                      <a:pt x="175793" y="166558"/>
                    </a:moveTo>
                    <a:lnTo>
                      <a:pt x="134816" y="125581"/>
                    </a:lnTo>
                    <a:cubicBezTo>
                      <a:pt x="159537" y="95932"/>
                      <a:pt x="156565" y="52083"/>
                      <a:pt x="128069" y="26042"/>
                    </a:cubicBezTo>
                    <a:cubicBezTo>
                      <a:pt x="99573" y="0"/>
                      <a:pt x="55634" y="978"/>
                      <a:pt x="28326" y="28263"/>
                    </a:cubicBezTo>
                    <a:cubicBezTo>
                      <a:pt x="1017" y="55547"/>
                      <a:pt x="0" y="99485"/>
                      <a:pt x="26016" y="128004"/>
                    </a:cubicBezTo>
                    <a:cubicBezTo>
                      <a:pt x="52033" y="156523"/>
                      <a:pt x="95879" y="159534"/>
                      <a:pt x="125550" y="134839"/>
                    </a:cubicBezTo>
                    <a:lnTo>
                      <a:pt x="166527" y="175824"/>
                    </a:lnTo>
                    <a:cubicBezTo>
                      <a:pt x="169086" y="178383"/>
                      <a:pt x="173234" y="178383"/>
                      <a:pt x="175793" y="175824"/>
                    </a:cubicBezTo>
                    <a:cubicBezTo>
                      <a:pt x="178352" y="173265"/>
                      <a:pt x="178352" y="169117"/>
                      <a:pt x="175793" y="166558"/>
                    </a:cubicBezTo>
                    <a:close/>
                    <a:moveTo>
                      <a:pt x="20546" y="79513"/>
                    </a:moveTo>
                    <a:cubicBezTo>
                      <a:pt x="20546" y="46964"/>
                      <a:pt x="46932" y="20577"/>
                      <a:pt x="79482" y="20577"/>
                    </a:cubicBezTo>
                    <a:cubicBezTo>
                      <a:pt x="112031" y="20577"/>
                      <a:pt x="138418" y="46964"/>
                      <a:pt x="138418" y="79513"/>
                    </a:cubicBezTo>
                    <a:cubicBezTo>
                      <a:pt x="138418" y="112062"/>
                      <a:pt x="112031" y="138449"/>
                      <a:pt x="79482" y="138449"/>
                    </a:cubicBezTo>
                    <a:cubicBezTo>
                      <a:pt x="46947" y="138413"/>
                      <a:pt x="20582" y="112048"/>
                      <a:pt x="20546" y="79513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026015" y="2372678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语义 + 关键词 RRF 融合</a:t>
              </a:r>
            </a:p>
          </p:txBody>
        </p:sp>
        <p:grpSp>
          <p:nvGrpSpPr>
            <p:cNvPr id="99" name="Group 99"/>
            <p:cNvGrpSpPr/>
            <p:nvPr/>
          </p:nvGrpSpPr>
          <p:grpSpPr>
            <a:xfrm>
              <a:off x="9773245" y="2654498"/>
              <a:ext cx="170259" cy="176808"/>
              <a:chOff x="9773245" y="2654498"/>
              <a:chExt cx="170259" cy="176808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9779794" y="2693789"/>
                <a:ext cx="157162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30969">
                    <a:moveTo>
                      <a:pt x="137517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137517" y="130969"/>
                    </a:lnTo>
                    <a:cubicBezTo>
                      <a:pt x="148367" y="130969"/>
                      <a:pt x="157162" y="122173"/>
                      <a:pt x="157162" y="111323"/>
                    </a:cubicBezTo>
                    <a:lnTo>
                      <a:pt x="157162" y="19645"/>
                    </a:lnTo>
                    <a:cubicBezTo>
                      <a:pt x="157162" y="8796"/>
                      <a:pt x="148367" y="0"/>
                      <a:pt x="137517" y="0"/>
                    </a:cubicBezTo>
                    <a:close/>
                    <a:moveTo>
                      <a:pt x="108049" y="104775"/>
                    </a:moveTo>
                    <a:lnTo>
                      <a:pt x="49113" y="104775"/>
                    </a:lnTo>
                    <a:cubicBezTo>
                      <a:pt x="40072" y="104775"/>
                      <a:pt x="32742" y="97445"/>
                      <a:pt x="32742" y="88404"/>
                    </a:cubicBezTo>
                    <a:cubicBezTo>
                      <a:pt x="32742" y="79362"/>
                      <a:pt x="40072" y="72033"/>
                      <a:pt x="49113" y="72033"/>
                    </a:cubicBezTo>
                    <a:lnTo>
                      <a:pt x="108049" y="72033"/>
                    </a:lnTo>
                    <a:cubicBezTo>
                      <a:pt x="117091" y="72033"/>
                      <a:pt x="124420" y="79362"/>
                      <a:pt x="124420" y="88404"/>
                    </a:cubicBezTo>
                    <a:cubicBezTo>
                      <a:pt x="124420" y="97445"/>
                      <a:pt x="117091" y="104775"/>
                      <a:pt x="108049" y="104775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9773245" y="2654498"/>
                <a:ext cx="170259" cy="176808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6808">
                    <a:moveTo>
                      <a:pt x="144066" y="32742"/>
                    </a:moveTo>
                    <a:lnTo>
                      <a:pt x="91678" y="32742"/>
                    </a:lnTo>
                    <a:lnTo>
                      <a:pt x="91678" y="6548"/>
                    </a:lnTo>
                    <a:cubicBezTo>
                      <a:pt x="91678" y="2932"/>
                      <a:pt x="88746" y="0"/>
                      <a:pt x="85130" y="0"/>
                    </a:cubicBezTo>
                    <a:cubicBezTo>
                      <a:pt x="81513" y="0"/>
                      <a:pt x="78581" y="2932"/>
                      <a:pt x="78581" y="6548"/>
                    </a:cubicBezTo>
                    <a:lnTo>
                      <a:pt x="78581" y="32742"/>
                    </a:lnTo>
                    <a:lnTo>
                      <a:pt x="26194" y="32742"/>
                    </a:lnTo>
                    <a:cubicBezTo>
                      <a:pt x="11727" y="32742"/>
                      <a:pt x="0" y="44470"/>
                      <a:pt x="0" y="58936"/>
                    </a:cubicBezTo>
                    <a:lnTo>
                      <a:pt x="0" y="150614"/>
                    </a:lnTo>
                    <a:cubicBezTo>
                      <a:pt x="0" y="165080"/>
                      <a:pt x="11727" y="176808"/>
                      <a:pt x="26194" y="176808"/>
                    </a:cubicBezTo>
                    <a:lnTo>
                      <a:pt x="144066" y="176808"/>
                    </a:lnTo>
                    <a:cubicBezTo>
                      <a:pt x="158532" y="176808"/>
                      <a:pt x="170259" y="165080"/>
                      <a:pt x="170259" y="150614"/>
                    </a:cubicBezTo>
                    <a:lnTo>
                      <a:pt x="170259" y="58936"/>
                    </a:lnTo>
                    <a:cubicBezTo>
                      <a:pt x="170259" y="44470"/>
                      <a:pt x="158532" y="32742"/>
                      <a:pt x="144066" y="32742"/>
                    </a:cubicBezTo>
                    <a:close/>
                    <a:moveTo>
                      <a:pt x="157162" y="150614"/>
                    </a:moveTo>
                    <a:cubicBezTo>
                      <a:pt x="157162" y="157847"/>
                      <a:pt x="151299" y="163711"/>
                      <a:pt x="144066" y="163711"/>
                    </a:cubicBezTo>
                    <a:lnTo>
                      <a:pt x="26194" y="163711"/>
                    </a:lnTo>
                    <a:cubicBezTo>
                      <a:pt x="18961" y="163711"/>
                      <a:pt x="13097" y="157847"/>
                      <a:pt x="13097" y="150614"/>
                    </a:cubicBezTo>
                    <a:lnTo>
                      <a:pt x="13097" y="58936"/>
                    </a:lnTo>
                    <a:cubicBezTo>
                      <a:pt x="13097" y="51703"/>
                      <a:pt x="18961" y="45839"/>
                      <a:pt x="26194" y="45839"/>
                    </a:cubicBezTo>
                    <a:lnTo>
                      <a:pt x="144066" y="45839"/>
                    </a:lnTo>
                    <a:cubicBezTo>
                      <a:pt x="151299" y="45839"/>
                      <a:pt x="157162" y="51703"/>
                      <a:pt x="157162" y="58936"/>
                    </a:cubicBezTo>
                    <a:close/>
                    <a:moveTo>
                      <a:pt x="114598" y="104775"/>
                    </a:moveTo>
                    <a:lnTo>
                      <a:pt x="55662" y="104775"/>
                    </a:lnTo>
                    <a:cubicBezTo>
                      <a:pt x="43004" y="104775"/>
                      <a:pt x="32742" y="115036"/>
                      <a:pt x="32742" y="127695"/>
                    </a:cubicBezTo>
                    <a:cubicBezTo>
                      <a:pt x="32742" y="140353"/>
                      <a:pt x="43004" y="150614"/>
                      <a:pt x="55662" y="150614"/>
                    </a:cubicBezTo>
                    <a:lnTo>
                      <a:pt x="114598" y="150614"/>
                    </a:lnTo>
                    <a:cubicBezTo>
                      <a:pt x="127256" y="150614"/>
                      <a:pt x="137517" y="140353"/>
                      <a:pt x="137517" y="127695"/>
                    </a:cubicBezTo>
                    <a:cubicBezTo>
                      <a:pt x="137517" y="115036"/>
                      <a:pt x="127256" y="104775"/>
                      <a:pt x="114598" y="104775"/>
                    </a:cubicBezTo>
                    <a:close/>
                    <a:moveTo>
                      <a:pt x="91678" y="117872"/>
                    </a:moveTo>
                    <a:lnTo>
                      <a:pt x="91678" y="137517"/>
                    </a:lnTo>
                    <a:lnTo>
                      <a:pt x="78581" y="137517"/>
                    </a:lnTo>
                    <a:lnTo>
                      <a:pt x="78581" y="117872"/>
                    </a:lnTo>
                    <a:close/>
                    <a:moveTo>
                      <a:pt x="45839" y="127695"/>
                    </a:moveTo>
                    <a:cubicBezTo>
                      <a:pt x="45839" y="122270"/>
                      <a:pt x="50237" y="117872"/>
                      <a:pt x="55662" y="117872"/>
                    </a:cubicBezTo>
                    <a:lnTo>
                      <a:pt x="65484" y="117872"/>
                    </a:lnTo>
                    <a:lnTo>
                      <a:pt x="65484" y="137517"/>
                    </a:lnTo>
                    <a:lnTo>
                      <a:pt x="55662" y="137517"/>
                    </a:lnTo>
                    <a:cubicBezTo>
                      <a:pt x="50237" y="137517"/>
                      <a:pt x="45839" y="133119"/>
                      <a:pt x="45839" y="127695"/>
                    </a:cubicBezTo>
                    <a:close/>
                    <a:moveTo>
                      <a:pt x="114598" y="137517"/>
                    </a:moveTo>
                    <a:lnTo>
                      <a:pt x="104775" y="137517"/>
                    </a:lnTo>
                    <a:lnTo>
                      <a:pt x="104775" y="117872"/>
                    </a:lnTo>
                    <a:lnTo>
                      <a:pt x="114598" y="117872"/>
                    </a:lnTo>
                    <a:cubicBezTo>
                      <a:pt x="120023" y="117872"/>
                      <a:pt x="124420" y="122270"/>
                      <a:pt x="124420" y="127695"/>
                    </a:cubicBezTo>
                    <a:cubicBezTo>
                      <a:pt x="124420" y="133119"/>
                      <a:pt x="120023" y="137517"/>
                      <a:pt x="114598" y="137517"/>
                    </a:cubicBezTo>
                    <a:close/>
                    <a:moveTo>
                      <a:pt x="39291" y="81855"/>
                    </a:moveTo>
                    <a:cubicBezTo>
                      <a:pt x="39291" y="76431"/>
                      <a:pt x="43688" y="72033"/>
                      <a:pt x="49113" y="72033"/>
                    </a:cubicBezTo>
                    <a:cubicBezTo>
                      <a:pt x="54538" y="72033"/>
                      <a:pt x="58936" y="76431"/>
                      <a:pt x="58936" y="81855"/>
                    </a:cubicBezTo>
                    <a:cubicBezTo>
                      <a:pt x="58936" y="87280"/>
                      <a:pt x="54538" y="91678"/>
                      <a:pt x="49113" y="91678"/>
                    </a:cubicBezTo>
                    <a:cubicBezTo>
                      <a:pt x="43688" y="91678"/>
                      <a:pt x="39291" y="87280"/>
                      <a:pt x="39291" y="81855"/>
                    </a:cubicBezTo>
                    <a:close/>
                    <a:moveTo>
                      <a:pt x="111323" y="81855"/>
                    </a:moveTo>
                    <a:cubicBezTo>
                      <a:pt x="111323" y="76431"/>
                      <a:pt x="115721" y="72033"/>
                      <a:pt x="121146" y="72033"/>
                    </a:cubicBezTo>
                    <a:cubicBezTo>
                      <a:pt x="126571" y="72033"/>
                      <a:pt x="130969" y="76431"/>
                      <a:pt x="130969" y="81855"/>
                    </a:cubicBezTo>
                    <a:cubicBezTo>
                      <a:pt x="130969" y="87280"/>
                      <a:pt x="126571" y="91678"/>
                      <a:pt x="121146" y="91678"/>
                    </a:cubicBezTo>
                    <a:cubicBezTo>
                      <a:pt x="115721" y="91678"/>
                      <a:pt x="111323" y="87280"/>
                      <a:pt x="111323" y="81855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026015" y="2696528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多步工具调用 + 来源卡片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9753600" y="31623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  <a:prstDash val="dash"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9753600" y="3333750"/>
              <a:ext cx="1676400" cy="571500"/>
            </a:xfrm>
            <a:prstGeom prst="roundRect">
              <a:avLst>
                <a:gd name="adj" fmla="val 13333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0350341" y="3446145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OUTPUT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744629" y="3634264"/>
              <a:ext cx="16943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answer + sources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596265" y="4476750"/>
            <a:ext cx="10071735" cy="1338262"/>
            <a:chOff x="596265" y="4476750"/>
            <a:chExt cx="10071735" cy="1338262"/>
          </a:xfrm>
        </p:grpSpPr>
        <p:pic>
          <p:nvPicPr>
            <p:cNvPr id="106" name="Image 10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4476750"/>
              <a:ext cx="9144000" cy="895350"/>
            </a:xfrm>
            <a:prstGeom prst="roundRect">
              <a:avLst>
                <a:gd name="adj" fmla="val 8510"/>
              </a:avLst>
            </a:prstGeom>
          </p:spPr>
        </p:pic>
        <p:sp>
          <p:nvSpPr>
            <p:cNvPr id="107" name="TextBox 107"/>
            <p:cNvSpPr txBox="1"/>
            <p:nvPr/>
          </p:nvSpPr>
          <p:spPr>
            <a:xfrm>
              <a:off x="596265" y="5601652"/>
              <a:ext cx="9036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实际界面：Browser Bookmarks 的管线进度 — Fetch </a:t>
              </a:r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804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· Extract </a:t>
              </a:r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165/716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· Embed </a:t>
              </a:r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4/120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· Tags </a:t>
              </a:r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36/44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，可随时暂停 / 继续构建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09600" y="6019800"/>
            <a:ext cx="9339620" cy="311944"/>
            <a:chOff x="609600" y="6019800"/>
            <a:chExt cx="9339620" cy="311944"/>
          </a:xfrm>
        </p:grpSpPr>
        <p:sp>
          <p:nvSpPr>
            <p:cNvPr id="109" name="Rectangle 109"/>
            <p:cNvSpPr/>
            <p:nvPr/>
          </p:nvSpPr>
          <p:spPr>
            <a:xfrm>
              <a:off x="609600" y="6019800"/>
              <a:ext cx="38100" cy="2667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45808" y="6072664"/>
              <a:ext cx="92034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每个阶段都是独立状态机（</a:t>
              </a:r>
              <a:r>
                <a:rPr lang="zh-CN" sz="1275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pending → chunked → embedded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），未配置 AI provider 时静默跳过，从不阻塞浏览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112" name="Line 112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163490" y="65893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04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5" grpId="0"/>
      <p:bldP spid="65" grpId="0"/>
      <p:bldP spid="85" grpId="0"/>
      <p:bldP spid="105" grpId="0"/>
      <p:bldP spid="108" grpId="0"/>
      <p:bldP spid="1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1333500"/>
            <a:ext cx="12382500" cy="8191500"/>
            <a:chOff x="0" y="-1333500"/>
            <a:chExt cx="12382500" cy="8191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C7E5B">
                    <a:alpha val="22000"/>
                  </a:srgbClr>
                </a:gs>
                <a:gs pos="100000">
                  <a:srgbClr val="FC7E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0" y="-571500"/>
              <a:ext cx="4191000" cy="4191000"/>
            </a:xfrm>
            <a:prstGeom prst="ellipse">
              <a:avLst/>
            </a:prstGeom>
            <a:noFill/>
            <a:ln w="9525">
              <a:solidFill>
                <a:srgbClr val="FC7E5B">
                  <a:alpha val="25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6667500" y="-1333500"/>
              <a:ext cx="5715000" cy="5715000"/>
            </a:xfrm>
            <a:prstGeom prst="ellipse">
              <a:avLst/>
            </a:prstGeom>
            <a:noFill/>
            <a:ln w="9525">
              <a:solidFill>
                <a:srgbClr val="FC7E5B">
                  <a:alpha val="12000"/>
                </a:srgbClr>
              </a:solidFill>
              <a:custDash>
                <a:ds d="200000" sp="600000"/>
              </a:custDash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2000250"/>
            <a:ext cx="3225927" cy="654844"/>
            <a:chOff x="609600" y="2000250"/>
            <a:chExt cx="3225927" cy="654844"/>
          </a:xfrm>
        </p:grpSpPr>
        <p:sp>
          <p:nvSpPr>
            <p:cNvPr id="7" name="Rectangle 7"/>
            <p:cNvSpPr/>
            <p:nvPr/>
          </p:nvSpPr>
          <p:spPr>
            <a:xfrm>
              <a:off x="609600" y="2000250"/>
              <a:ext cx="76200" cy="6096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1065" y="2153602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PART 3 · THE AGENT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8208" y="2396014"/>
              <a:ext cx="29373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循环 · 工具 · 检索 · 契约 · 可信度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8680" y="3002280"/>
            <a:ext cx="6716268" cy="1341120"/>
            <a:chOff x="868680" y="3002280"/>
            <a:chExt cx="6716268" cy="1341120"/>
          </a:xfrm>
        </p:grpSpPr>
        <p:sp>
          <p:nvSpPr>
            <p:cNvPr id="11" name="TextBox 11"/>
            <p:cNvSpPr txBox="1"/>
            <p:nvPr/>
          </p:nvSpPr>
          <p:spPr>
            <a:xfrm>
              <a:off x="868680" y="3002280"/>
              <a:ext cx="340385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不是聊天框，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680" y="3611880"/>
              <a:ext cx="671626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是</a:t>
              </a:r>
              <a:r>
                <a:rPr lang="zh-CN" sz="3600" b="1" dirty="0">
                  <a:solidFill>
                    <a:srgbClr val="FC7E5B"/>
                  </a:solidFill>
                  <a:latin typeface="Arial"/>
                  <a:ea typeface="Microsoft YaHei"/>
                  <a:cs typeface="Arial"/>
                </a:rPr>
                <a:t>先查证再开口</a:t>
              </a:r>
              <a:r>
                <a:rPr lang="zh-CN" sz="36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的研究助理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5350" y="4467225"/>
            <a:ext cx="5514975" cy="590550"/>
            <a:chOff x="895350" y="4467225"/>
            <a:chExt cx="5514975" cy="590550"/>
          </a:xfrm>
        </p:grpSpPr>
        <p:sp>
          <p:nvSpPr>
            <p:cNvPr id="14" name="TextBox 14"/>
            <p:cNvSpPr txBox="1"/>
            <p:nvPr/>
          </p:nvSpPr>
          <p:spPr>
            <a:xfrm>
              <a:off x="895350" y="4467225"/>
              <a:ext cx="55149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它必须先在你的收藏库里检索，只能引用检索到的东西，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5350" y="4752975"/>
              <a:ext cx="50768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没找到就说没找到，而且永远改不了你的任何数据。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15438" y="1166812"/>
            <a:ext cx="619125" cy="642938"/>
            <a:chOff x="9215438" y="1166812"/>
            <a:chExt cx="619125" cy="642938"/>
          </a:xfrm>
        </p:grpSpPr>
        <p:grpSp>
          <p:nvGrpSpPr>
            <p:cNvPr id="19" name="Group 19"/>
            <p:cNvGrpSpPr/>
            <p:nvPr/>
          </p:nvGrpSpPr>
          <p:grpSpPr>
            <a:xfrm>
              <a:off x="9215438" y="1166812"/>
              <a:ext cx="619125" cy="642938"/>
              <a:chOff x="9215438" y="1166812"/>
              <a:chExt cx="619125" cy="6429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239250" y="1309688"/>
                <a:ext cx="571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76250">
                    <a:moveTo>
                      <a:pt x="500062" y="0"/>
                    </a:moveTo>
                    <a:lnTo>
                      <a:pt x="71438" y="0"/>
                    </a:lnTo>
                    <a:cubicBezTo>
                      <a:pt x="31984" y="0"/>
                      <a:pt x="0" y="31984"/>
                      <a:pt x="0" y="71438"/>
                    </a:cubicBezTo>
                    <a:lnTo>
                      <a:pt x="0" y="404812"/>
                    </a:lnTo>
                    <a:cubicBezTo>
                      <a:pt x="0" y="444266"/>
                      <a:pt x="31984" y="476250"/>
                      <a:pt x="71438" y="476250"/>
                    </a:cubicBezTo>
                    <a:lnTo>
                      <a:pt x="500062" y="476250"/>
                    </a:lnTo>
                    <a:cubicBezTo>
                      <a:pt x="539516" y="476250"/>
                      <a:pt x="571500" y="444266"/>
                      <a:pt x="571500" y="404812"/>
                    </a:cubicBezTo>
                    <a:lnTo>
                      <a:pt x="571500" y="71438"/>
                    </a:lnTo>
                    <a:cubicBezTo>
                      <a:pt x="571500" y="31984"/>
                      <a:pt x="539516" y="0"/>
                      <a:pt x="500062" y="0"/>
                    </a:cubicBezTo>
                    <a:close/>
                    <a:moveTo>
                      <a:pt x="392906" y="381000"/>
                    </a:moveTo>
                    <a:lnTo>
                      <a:pt x="178594" y="381000"/>
                    </a:lnTo>
                    <a:cubicBezTo>
                      <a:pt x="145716" y="381000"/>
                      <a:pt x="119062" y="354347"/>
                      <a:pt x="119062" y="321469"/>
                    </a:cubicBezTo>
                    <a:cubicBezTo>
                      <a:pt x="119062" y="288591"/>
                      <a:pt x="145716" y="261938"/>
                      <a:pt x="178594" y="261938"/>
                    </a:cubicBezTo>
                    <a:lnTo>
                      <a:pt x="392906" y="261938"/>
                    </a:lnTo>
                    <a:cubicBezTo>
                      <a:pt x="425784" y="261938"/>
                      <a:pt x="452438" y="288591"/>
                      <a:pt x="452438" y="321469"/>
                    </a:cubicBezTo>
                    <a:cubicBezTo>
                      <a:pt x="452438" y="354347"/>
                      <a:pt x="425784" y="381000"/>
                      <a:pt x="392906" y="381000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15438" y="1166812"/>
                <a:ext cx="619125" cy="642938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42938">
                    <a:moveTo>
                      <a:pt x="523875" y="119062"/>
                    </a:moveTo>
                    <a:lnTo>
                      <a:pt x="333375" y="119062"/>
                    </a:lnTo>
                    <a:lnTo>
                      <a:pt x="333375" y="23812"/>
                    </a:lnTo>
                    <a:cubicBezTo>
                      <a:pt x="333375" y="10661"/>
                      <a:pt x="322714" y="0"/>
                      <a:pt x="309562" y="0"/>
                    </a:cubicBezTo>
                    <a:cubicBezTo>
                      <a:pt x="296411" y="0"/>
                      <a:pt x="285750" y="10661"/>
                      <a:pt x="285750" y="23812"/>
                    </a:cubicBezTo>
                    <a:lnTo>
                      <a:pt x="285750" y="119062"/>
                    </a:lnTo>
                    <a:lnTo>
                      <a:pt x="95250" y="119062"/>
                    </a:lnTo>
                    <a:cubicBezTo>
                      <a:pt x="42645" y="119062"/>
                      <a:pt x="0" y="161707"/>
                      <a:pt x="0" y="214312"/>
                    </a:cubicBezTo>
                    <a:lnTo>
                      <a:pt x="0" y="547688"/>
                    </a:lnTo>
                    <a:cubicBezTo>
                      <a:pt x="0" y="600293"/>
                      <a:pt x="42645" y="642938"/>
                      <a:pt x="95250" y="642938"/>
                    </a:cubicBezTo>
                    <a:lnTo>
                      <a:pt x="523875" y="642938"/>
                    </a:lnTo>
                    <a:cubicBezTo>
                      <a:pt x="576480" y="642938"/>
                      <a:pt x="619125" y="600293"/>
                      <a:pt x="619125" y="547688"/>
                    </a:cubicBezTo>
                    <a:lnTo>
                      <a:pt x="619125" y="214312"/>
                    </a:lnTo>
                    <a:cubicBezTo>
                      <a:pt x="619125" y="161707"/>
                      <a:pt x="576480" y="119062"/>
                      <a:pt x="523875" y="119062"/>
                    </a:cubicBezTo>
                    <a:close/>
                    <a:moveTo>
                      <a:pt x="571500" y="547688"/>
                    </a:moveTo>
                    <a:cubicBezTo>
                      <a:pt x="571500" y="573990"/>
                      <a:pt x="550178" y="595312"/>
                      <a:pt x="523875" y="595312"/>
                    </a:cubicBezTo>
                    <a:lnTo>
                      <a:pt x="95250" y="595312"/>
                    </a:lnTo>
                    <a:cubicBezTo>
                      <a:pt x="68947" y="595312"/>
                      <a:pt x="47625" y="573990"/>
                      <a:pt x="47625" y="547688"/>
                    </a:cubicBezTo>
                    <a:lnTo>
                      <a:pt x="47625" y="214312"/>
                    </a:lnTo>
                    <a:cubicBezTo>
                      <a:pt x="47625" y="188010"/>
                      <a:pt x="68947" y="166688"/>
                      <a:pt x="95250" y="166688"/>
                    </a:cubicBezTo>
                    <a:lnTo>
                      <a:pt x="523875" y="166688"/>
                    </a:lnTo>
                    <a:cubicBezTo>
                      <a:pt x="550178" y="166688"/>
                      <a:pt x="571500" y="188010"/>
                      <a:pt x="571500" y="214312"/>
                    </a:cubicBezTo>
                    <a:close/>
                    <a:moveTo>
                      <a:pt x="416719" y="381000"/>
                    </a:moveTo>
                    <a:lnTo>
                      <a:pt x="202406" y="381000"/>
                    </a:lnTo>
                    <a:cubicBezTo>
                      <a:pt x="156377" y="381000"/>
                      <a:pt x="119062" y="418314"/>
                      <a:pt x="119062" y="464344"/>
                    </a:cubicBezTo>
                    <a:cubicBezTo>
                      <a:pt x="119062" y="510373"/>
                      <a:pt x="156377" y="547688"/>
                      <a:pt x="202406" y="547688"/>
                    </a:cubicBezTo>
                    <a:lnTo>
                      <a:pt x="416719" y="547688"/>
                    </a:lnTo>
                    <a:cubicBezTo>
                      <a:pt x="462748" y="547688"/>
                      <a:pt x="500062" y="510373"/>
                      <a:pt x="500062" y="464344"/>
                    </a:cubicBezTo>
                    <a:cubicBezTo>
                      <a:pt x="500062" y="418314"/>
                      <a:pt x="462748" y="381000"/>
                      <a:pt x="416719" y="381000"/>
                    </a:cubicBezTo>
                    <a:close/>
                    <a:moveTo>
                      <a:pt x="333375" y="428625"/>
                    </a:moveTo>
                    <a:lnTo>
                      <a:pt x="333375" y="500062"/>
                    </a:lnTo>
                    <a:lnTo>
                      <a:pt x="285750" y="500062"/>
                    </a:lnTo>
                    <a:lnTo>
                      <a:pt x="285750" y="428625"/>
                    </a:lnTo>
                    <a:close/>
                    <a:moveTo>
                      <a:pt x="166688" y="464344"/>
                    </a:moveTo>
                    <a:cubicBezTo>
                      <a:pt x="166688" y="444617"/>
                      <a:pt x="182679" y="428625"/>
                      <a:pt x="202406" y="428625"/>
                    </a:cubicBezTo>
                    <a:lnTo>
                      <a:pt x="238125" y="428625"/>
                    </a:lnTo>
                    <a:lnTo>
                      <a:pt x="238125" y="500062"/>
                    </a:lnTo>
                    <a:lnTo>
                      <a:pt x="202406" y="500062"/>
                    </a:lnTo>
                    <a:cubicBezTo>
                      <a:pt x="182679" y="500062"/>
                      <a:pt x="166688" y="484071"/>
                      <a:pt x="166688" y="464344"/>
                    </a:cubicBezTo>
                    <a:close/>
                    <a:moveTo>
                      <a:pt x="416719" y="500062"/>
                    </a:moveTo>
                    <a:lnTo>
                      <a:pt x="381000" y="500062"/>
                    </a:lnTo>
                    <a:lnTo>
                      <a:pt x="381000" y="428625"/>
                    </a:lnTo>
                    <a:lnTo>
                      <a:pt x="416719" y="428625"/>
                    </a:lnTo>
                    <a:cubicBezTo>
                      <a:pt x="436446" y="428625"/>
                      <a:pt x="452438" y="444617"/>
                      <a:pt x="452438" y="464344"/>
                    </a:cubicBezTo>
                    <a:cubicBezTo>
                      <a:pt x="452438" y="484071"/>
                      <a:pt x="436446" y="500062"/>
                      <a:pt x="416719" y="500062"/>
                    </a:cubicBezTo>
                    <a:close/>
                    <a:moveTo>
                      <a:pt x="142875" y="297656"/>
                    </a:moveTo>
                    <a:cubicBezTo>
                      <a:pt x="142875" y="277929"/>
                      <a:pt x="158867" y="261938"/>
                      <a:pt x="178594" y="261938"/>
                    </a:cubicBezTo>
                    <a:cubicBezTo>
                      <a:pt x="198321" y="261938"/>
                      <a:pt x="214312" y="277929"/>
                      <a:pt x="214312" y="297656"/>
                    </a:cubicBezTo>
                    <a:cubicBezTo>
                      <a:pt x="214312" y="317383"/>
                      <a:pt x="198321" y="333375"/>
                      <a:pt x="178594" y="333375"/>
                    </a:cubicBezTo>
                    <a:cubicBezTo>
                      <a:pt x="158867" y="333375"/>
                      <a:pt x="142875" y="317383"/>
                      <a:pt x="142875" y="297656"/>
                    </a:cubicBezTo>
                    <a:close/>
                    <a:moveTo>
                      <a:pt x="404812" y="297656"/>
                    </a:moveTo>
                    <a:cubicBezTo>
                      <a:pt x="404812" y="277929"/>
                      <a:pt x="420804" y="261938"/>
                      <a:pt x="440531" y="261938"/>
                    </a:cubicBezTo>
                    <a:cubicBezTo>
                      <a:pt x="460258" y="261938"/>
                      <a:pt x="476250" y="277929"/>
                      <a:pt x="476250" y="297656"/>
                    </a:cubicBezTo>
                    <a:cubicBezTo>
                      <a:pt x="476250" y="317383"/>
                      <a:pt x="460258" y="333375"/>
                      <a:pt x="440531" y="333375"/>
                    </a:cubicBezTo>
                    <a:cubicBezTo>
                      <a:pt x="420804" y="333375"/>
                      <a:pt x="404812" y="317383"/>
                      <a:pt x="404812" y="297656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</p:grpSp>
      <p:grpSp>
        <p:nvGrpSpPr>
          <p:cNvPr id="23" name="Group 23"/>
          <p:cNvGrpSpPr/>
          <p:nvPr/>
        </p:nvGrpSpPr>
        <p:grpSpPr>
          <a:xfrm>
            <a:off x="598170" y="6589395"/>
            <a:ext cx="10995660" cy="182880"/>
            <a:chOff x="598170" y="6589395"/>
            <a:chExt cx="1099566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63490" y="65893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05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10517029" cy="739140"/>
            <a:chOff x="609600" y="584835"/>
            <a:chExt cx="10517029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75836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SDK 驱动的多步工具调用 — 工业化 ReAct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103455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模型发结构化 tool call，SDK 执行并回喂，直到产出文本或触顶；不叠加 "Thought: / Action:" 文本模板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05250" y="1390650"/>
            <a:ext cx="5619750" cy="514350"/>
            <a:chOff x="3905250" y="1390650"/>
            <a:chExt cx="5619750" cy="514350"/>
          </a:xfrm>
        </p:grpSpPr>
        <p:sp>
          <p:nvSpPr>
            <p:cNvPr id="7" name="Freeform 7"/>
            <p:cNvSpPr/>
            <p:nvPr/>
          </p:nvSpPr>
          <p:spPr>
            <a:xfrm>
              <a:off x="3905250" y="1562100"/>
              <a:ext cx="5619750" cy="342900"/>
            </a:xfrm>
            <a:custGeom>
              <a:avLst/>
              <a:gdLst/>
              <a:ahLst/>
              <a:cxnLst/>
              <a:rect l="l" t="t" r="r" b="b"/>
              <a:pathLst>
                <a:path w="5619750" h="342900">
                  <a:moveTo>
                    <a:pt x="5619750" y="342900"/>
                  </a:moveTo>
                  <a:lnTo>
                    <a:pt x="5619750" y="0"/>
                  </a:lnTo>
                  <a:lnTo>
                    <a:pt x="0" y="0"/>
                  </a:ln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rgbClr val="8E33FF"/>
              </a:solidFill>
              <a:custDash>
                <a:ds d="300000" sp="200000"/>
              </a:custDash>
              <a:tailEnd type="triangle" w="lg" len="lg"/>
            </a:ln>
          </p:spPr>
        </p:sp>
        <p:sp>
          <p:nvSpPr>
            <p:cNvPr id="8" name="Rectangle 8"/>
            <p:cNvSpPr/>
            <p:nvPr/>
          </p:nvSpPr>
          <p:spPr>
            <a:xfrm>
              <a:off x="5000625" y="1390650"/>
              <a:ext cx="3429000" cy="266700"/>
            </a:xfrm>
            <a:prstGeom prst="roundRect">
              <a:avLst>
                <a:gd name="adj" fmla="val 50000"/>
              </a:avLst>
            </a:prstGeom>
            <a:solidFill>
              <a:srgbClr val="FBF9F6"/>
            </a:solidFill>
            <a:ln w="9525">
              <a:solidFill>
                <a:srgbClr val="8E33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61239" y="14582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E33FF"/>
                  </a:solidFill>
                  <a:latin typeface="Arial"/>
                  <a:ea typeface="Microsoft YaHei"/>
                  <a:cs typeface="Arial"/>
                </a:rPr>
                <a:t>tool result 回喂 · 循环至多 </a:t>
              </a:r>
              <a:r>
                <a:rPr lang="zh-CN" sz="1050" b="1" dirty="0">
                  <a:solidFill>
                    <a:srgbClr val="8E33FF"/>
                  </a:solidFill>
                  <a:latin typeface="Arial"/>
                  <a:ea typeface="Microsoft YaHei"/>
                  <a:cs typeface="Arial"/>
                </a:rPr>
                <a:t>8</a:t>
              </a:r>
              <a:r>
                <a:rPr lang="zh-CN" sz="1050" dirty="0">
                  <a:solidFill>
                    <a:srgbClr val="8E33FF"/>
                  </a:solidFill>
                  <a:latin typeface="Arial"/>
                  <a:ea typeface="Microsoft YaHei"/>
                  <a:cs typeface="Arial"/>
                </a:rPr>
                <a:t> 步（stepCountIs）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905000"/>
            <a:ext cx="2152650" cy="609600"/>
            <a:chOff x="609600" y="1905000"/>
            <a:chExt cx="2152650" cy="609600"/>
          </a:xfrm>
        </p:grpSpPr>
        <p:sp>
          <p:nvSpPr>
            <p:cNvPr id="11" name="Rectangle 11"/>
            <p:cNvSpPr/>
            <p:nvPr/>
          </p:nvSpPr>
          <p:spPr>
            <a:xfrm>
              <a:off x="609600" y="1905000"/>
              <a:ext cx="1428750" cy="609600"/>
            </a:xfrm>
            <a:prstGeom prst="roundRect">
              <a:avLst>
                <a:gd name="adj" fmla="val 18750"/>
              </a:avLst>
            </a:prstGeom>
            <a:solidFill>
              <a:srgbClr val="F5F1EA"/>
            </a:solidFill>
            <a:ln w="9525">
              <a:solidFill>
                <a:srgbClr val="DCD4C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6734" y="20340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623" y="2284095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ModelMessage[]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038350" y="2209800"/>
              <a:ext cx="723900" cy="1"/>
            </a:xfrm>
            <a:prstGeom prst="line">
              <a:avLst/>
            </a:prstGeom>
            <a:noFill/>
            <a:ln w="19050">
              <a:solidFill>
                <a:srgbClr val="1F1B17"/>
              </a:solidFill>
              <a:tailEnd type="triangle" w="lg" len="lg"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2857500" y="1905000"/>
            <a:ext cx="2819400" cy="609600"/>
            <a:chOff x="2857500" y="1905000"/>
            <a:chExt cx="2819400" cy="609600"/>
          </a:xfrm>
        </p:grpSpPr>
        <p:sp>
          <p:nvSpPr>
            <p:cNvPr id="16" name="Rectangle 16"/>
            <p:cNvSpPr/>
            <p:nvPr/>
          </p:nvSpPr>
          <p:spPr>
            <a:xfrm>
              <a:off x="2857500" y="1905000"/>
              <a:ext cx="2095500" cy="609600"/>
            </a:xfrm>
            <a:prstGeom prst="roundRect">
              <a:avLst>
                <a:gd name="adj" fmla="val 18750"/>
              </a:avLst>
            </a:prstGeom>
            <a:solidFill>
              <a:srgbClr val="1F1B1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019416" y="2081188"/>
              <a:ext cx="285759" cy="247698"/>
              <a:chOff x="3019416" y="2081188"/>
              <a:chExt cx="285759" cy="24769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028899" y="209550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019416" y="208118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412808" y="2034064"/>
              <a:ext cx="84381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LLM 推理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17570" y="2284095"/>
              <a:ext cx="1573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system = 契约 + 当天日期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953000" y="2209800"/>
              <a:ext cx="723900" cy="1"/>
            </a:xfrm>
            <a:prstGeom prst="line">
              <a:avLst/>
            </a:prstGeom>
            <a:noFill/>
            <a:ln w="19050">
              <a:solidFill>
                <a:srgbClr val="1F1B17"/>
              </a:solidFill>
              <a:tailEnd type="triangle" w="lg" len="lg"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72150" y="1905000"/>
            <a:ext cx="2628900" cy="609600"/>
            <a:chOff x="5772150" y="1905000"/>
            <a:chExt cx="2628900" cy="609600"/>
          </a:xfrm>
        </p:grpSpPr>
        <p:sp>
          <p:nvSpPr>
            <p:cNvPr id="24" name="Rectangle 24"/>
            <p:cNvSpPr/>
            <p:nvPr/>
          </p:nvSpPr>
          <p:spPr>
            <a:xfrm>
              <a:off x="5772150" y="1905000"/>
              <a:ext cx="1905000" cy="6096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19050">
              <a:solidFill>
                <a:srgbClr val="FC7E5B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949389" y="2081524"/>
              <a:ext cx="251415" cy="255850"/>
              <a:chOff x="5949389" y="2081524"/>
              <a:chExt cx="251415" cy="25585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959806" y="2088947"/>
                <a:ext cx="231458" cy="237998"/>
              </a:xfrm>
              <a:custGeom>
                <a:avLst/>
                <a:gdLst/>
                <a:ahLst/>
                <a:cxnLst/>
                <a:rect l="l" t="t" r="r" b="b"/>
                <a:pathLst>
                  <a:path w="231458" h="237998">
                    <a:moveTo>
                      <a:pt x="231444" y="82753"/>
                    </a:moveTo>
                    <a:cubicBezTo>
                      <a:pt x="231434" y="109713"/>
                      <a:pt x="217179" y="134661"/>
                      <a:pt x="193958" y="148358"/>
                    </a:cubicBezTo>
                    <a:cubicBezTo>
                      <a:pt x="170737" y="162054"/>
                      <a:pt x="142006" y="162462"/>
                      <a:pt x="118406" y="149428"/>
                    </a:cubicBezTo>
                    <a:lnTo>
                      <a:pt x="51660" y="226819"/>
                    </a:lnTo>
                    <a:cubicBezTo>
                      <a:pt x="40481" y="237998"/>
                      <a:pt x="22357" y="237998"/>
                      <a:pt x="11179" y="226819"/>
                    </a:cubicBezTo>
                    <a:cubicBezTo>
                      <a:pt x="0" y="215640"/>
                      <a:pt x="0" y="197516"/>
                      <a:pt x="11179" y="186338"/>
                    </a:cubicBezTo>
                    <a:lnTo>
                      <a:pt x="88569" y="119591"/>
                    </a:lnTo>
                    <a:cubicBezTo>
                      <a:pt x="72966" y="91354"/>
                      <a:pt x="76836" y="56350"/>
                      <a:pt x="98231" y="32204"/>
                    </a:cubicBezTo>
                    <a:cubicBezTo>
                      <a:pt x="119626" y="8057"/>
                      <a:pt x="153908" y="0"/>
                      <a:pt x="183819" y="12090"/>
                    </a:cubicBezTo>
                    <a:lnTo>
                      <a:pt x="136194" y="63703"/>
                    </a:lnTo>
                    <a:lnTo>
                      <a:pt x="142933" y="95064"/>
                    </a:lnTo>
                    <a:lnTo>
                      <a:pt x="174294" y="101803"/>
                    </a:lnTo>
                    <a:lnTo>
                      <a:pt x="225908" y="54178"/>
                    </a:lnTo>
                    <a:cubicBezTo>
                      <a:pt x="229578" y="63257"/>
                      <a:pt x="231458" y="72960"/>
                      <a:pt x="231444" y="82753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949389" y="2081524"/>
                <a:ext cx="251415" cy="255850"/>
              </a:xfrm>
              <a:custGeom>
                <a:avLst/>
                <a:gdLst/>
                <a:ahLst/>
                <a:cxnLst/>
                <a:rect l="l" t="t" r="r" b="b"/>
                <a:pathLst>
                  <a:path w="251415" h="255850">
                    <a:moveTo>
                      <a:pt x="245148" y="58030"/>
                    </a:moveTo>
                    <a:cubicBezTo>
                      <a:pt x="243975" y="55131"/>
                      <a:pt x="241454" y="52992"/>
                      <a:pt x="238403" y="52308"/>
                    </a:cubicBezTo>
                    <a:cubicBezTo>
                      <a:pt x="235351" y="51624"/>
                      <a:pt x="232158" y="52480"/>
                      <a:pt x="229860" y="54601"/>
                    </a:cubicBezTo>
                    <a:lnTo>
                      <a:pt x="181878" y="98880"/>
                    </a:lnTo>
                    <a:lnTo>
                      <a:pt x="161363" y="94475"/>
                    </a:lnTo>
                    <a:lnTo>
                      <a:pt x="156958" y="73960"/>
                    </a:lnTo>
                    <a:lnTo>
                      <a:pt x="201237" y="25978"/>
                    </a:lnTo>
                    <a:cubicBezTo>
                      <a:pt x="203357" y="23679"/>
                      <a:pt x="204214" y="20487"/>
                      <a:pt x="203530" y="17435"/>
                    </a:cubicBezTo>
                    <a:cubicBezTo>
                      <a:pt x="202846" y="14384"/>
                      <a:pt x="200707" y="11863"/>
                      <a:pt x="197808" y="10690"/>
                    </a:cubicBezTo>
                    <a:cubicBezTo>
                      <a:pt x="171381" y="0"/>
                      <a:pt x="141368" y="3146"/>
                      <a:pt x="117733" y="19085"/>
                    </a:cubicBezTo>
                    <a:cubicBezTo>
                      <a:pt x="94097" y="35023"/>
                      <a:pt x="79931" y="61669"/>
                      <a:pt x="79936" y="90176"/>
                    </a:cubicBezTo>
                    <a:cubicBezTo>
                      <a:pt x="79921" y="102031"/>
                      <a:pt x="82353" y="113762"/>
                      <a:pt x="87080" y="124633"/>
                    </a:cubicBezTo>
                    <a:lnTo>
                      <a:pt x="15393" y="186617"/>
                    </a:lnTo>
                    <a:cubicBezTo>
                      <a:pt x="15214" y="186760"/>
                      <a:pt x="15047" y="186927"/>
                      <a:pt x="14881" y="187081"/>
                    </a:cubicBezTo>
                    <a:cubicBezTo>
                      <a:pt x="0" y="201962"/>
                      <a:pt x="0" y="226088"/>
                      <a:pt x="14881" y="240969"/>
                    </a:cubicBezTo>
                    <a:cubicBezTo>
                      <a:pt x="29761" y="255850"/>
                      <a:pt x="53888" y="255850"/>
                      <a:pt x="68768" y="240969"/>
                    </a:cubicBezTo>
                    <a:cubicBezTo>
                      <a:pt x="68923" y="240814"/>
                      <a:pt x="69090" y="240636"/>
                      <a:pt x="69233" y="240469"/>
                    </a:cubicBezTo>
                    <a:lnTo>
                      <a:pt x="131205" y="168758"/>
                    </a:lnTo>
                    <a:cubicBezTo>
                      <a:pt x="157726" y="180400"/>
                      <a:pt x="188333" y="177862"/>
                      <a:pt x="212575" y="162011"/>
                    </a:cubicBezTo>
                    <a:cubicBezTo>
                      <a:pt x="236817" y="146161"/>
                      <a:pt x="251415" y="119141"/>
                      <a:pt x="251386" y="90176"/>
                    </a:cubicBezTo>
                    <a:cubicBezTo>
                      <a:pt x="251405" y="79158"/>
                      <a:pt x="249286" y="68241"/>
                      <a:pt x="245148" y="58030"/>
                    </a:cubicBezTo>
                    <a:close/>
                    <a:moveTo>
                      <a:pt x="165661" y="156851"/>
                    </a:moveTo>
                    <a:cubicBezTo>
                      <a:pt x="154387" y="156836"/>
                      <a:pt x="143300" y="153969"/>
                      <a:pt x="133431" y="148517"/>
                    </a:cubicBezTo>
                    <a:cubicBezTo>
                      <a:pt x="129491" y="146340"/>
                      <a:pt x="124565" y="147219"/>
                      <a:pt x="121620" y="150625"/>
                    </a:cubicBezTo>
                    <a:lnTo>
                      <a:pt x="55064" y="227706"/>
                    </a:lnTo>
                    <a:cubicBezTo>
                      <a:pt x="47574" y="234821"/>
                      <a:pt x="35778" y="234670"/>
                      <a:pt x="28473" y="227365"/>
                    </a:cubicBezTo>
                    <a:cubicBezTo>
                      <a:pt x="21168" y="220060"/>
                      <a:pt x="21017" y="208263"/>
                      <a:pt x="28132" y="200774"/>
                    </a:cubicBezTo>
                    <a:lnTo>
                      <a:pt x="105154" y="134230"/>
                    </a:lnTo>
                    <a:cubicBezTo>
                      <a:pt x="108565" y="131284"/>
                      <a:pt x="109445" y="126350"/>
                      <a:pt x="107261" y="122407"/>
                    </a:cubicBezTo>
                    <a:cubicBezTo>
                      <a:pt x="94871" y="99997"/>
                      <a:pt x="96410" y="72470"/>
                      <a:pt x="111221" y="51581"/>
                    </a:cubicBezTo>
                    <a:cubicBezTo>
                      <a:pt x="126032" y="30691"/>
                      <a:pt x="151498" y="20130"/>
                      <a:pt x="176746" y="24406"/>
                    </a:cubicBezTo>
                    <a:lnTo>
                      <a:pt x="139599" y="64661"/>
                    </a:lnTo>
                    <a:cubicBezTo>
                      <a:pt x="137501" y="66937"/>
                      <a:pt x="136640" y="70089"/>
                      <a:pt x="137289" y="73115"/>
                    </a:cubicBezTo>
                    <a:lnTo>
                      <a:pt x="144028" y="104464"/>
                    </a:lnTo>
                    <a:cubicBezTo>
                      <a:pt x="144815" y="108126"/>
                      <a:pt x="147676" y="110987"/>
                      <a:pt x="151338" y="111774"/>
                    </a:cubicBezTo>
                    <a:lnTo>
                      <a:pt x="182711" y="118513"/>
                    </a:lnTo>
                    <a:cubicBezTo>
                      <a:pt x="185737" y="119162"/>
                      <a:pt x="188889" y="118301"/>
                      <a:pt x="191165" y="116204"/>
                    </a:cubicBezTo>
                    <a:lnTo>
                      <a:pt x="231420" y="79056"/>
                    </a:lnTo>
                    <a:cubicBezTo>
                      <a:pt x="234668" y="98407"/>
                      <a:pt x="229237" y="118208"/>
                      <a:pt x="216570" y="133193"/>
                    </a:cubicBezTo>
                    <a:cubicBezTo>
                      <a:pt x="203903" y="148179"/>
                      <a:pt x="185283" y="156832"/>
                      <a:pt x="165661" y="156851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327458" y="2034064"/>
              <a:ext cx="14499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结构化 tool call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32220" y="228409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Zod inputSchema 校验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677150" y="2209800"/>
              <a:ext cx="723900" cy="1"/>
            </a:xfrm>
            <a:prstGeom prst="line">
              <a:avLst/>
            </a:prstGeom>
            <a:noFill/>
            <a:ln w="19050">
              <a:solidFill>
                <a:srgbClr val="1F1B17"/>
              </a:solidFill>
              <a:tailEnd type="triangle" w="lg" len="lg"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496300" y="1905000"/>
            <a:ext cx="3227273" cy="609600"/>
            <a:chOff x="8496300" y="1905000"/>
            <a:chExt cx="3227273" cy="609600"/>
          </a:xfrm>
        </p:grpSpPr>
        <p:sp>
          <p:nvSpPr>
            <p:cNvPr id="32" name="Rectangle 32"/>
            <p:cNvSpPr/>
            <p:nvPr/>
          </p:nvSpPr>
          <p:spPr>
            <a:xfrm>
              <a:off x="8496300" y="1905000"/>
              <a:ext cx="3086100" cy="6096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86800" y="2085975"/>
              <a:ext cx="228600" cy="247650"/>
              <a:chOff x="8686800" y="2085975"/>
              <a:chExt cx="228600" cy="2476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696325" y="2095500"/>
                <a:ext cx="2095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14300">
                    <a:moveTo>
                      <a:pt x="209550" y="57150"/>
                    </a:moveTo>
                    <a:cubicBezTo>
                      <a:pt x="209550" y="88713"/>
                      <a:pt x="162639" y="114300"/>
                      <a:pt x="104775" y="114300"/>
                    </a:cubicBezTo>
                    <a:cubicBezTo>
                      <a:pt x="46911" y="114300"/>
                      <a:pt x="0" y="88713"/>
                      <a:pt x="0" y="57150"/>
                    </a:cubicBezTo>
                    <a:cubicBezTo>
                      <a:pt x="0" y="25587"/>
                      <a:pt x="46911" y="0"/>
                      <a:pt x="104775" y="0"/>
                    </a:cubicBezTo>
                    <a:cubicBezTo>
                      <a:pt x="162639" y="0"/>
                      <a:pt x="209550" y="25587"/>
                      <a:pt x="209550" y="57150"/>
                    </a:cubicBezTo>
                    <a:close/>
                  </a:path>
                </a:pathLst>
              </a:custGeom>
              <a:solidFill>
                <a:srgbClr val="8E33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86800" y="2085975"/>
                <a:ext cx="2286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7650">
                    <a:moveTo>
                      <a:pt x="114300" y="0"/>
                    </a:moveTo>
                    <a:cubicBezTo>
                      <a:pt x="50209" y="0"/>
                      <a:pt x="0" y="29289"/>
                      <a:pt x="0" y="66675"/>
                    </a:cubicBezTo>
                    <a:lnTo>
                      <a:pt x="0" y="180975"/>
                    </a:lnTo>
                    <a:cubicBezTo>
                      <a:pt x="0" y="218361"/>
                      <a:pt x="50209" y="247650"/>
                      <a:pt x="114300" y="247650"/>
                    </a:cubicBezTo>
                    <a:cubicBezTo>
                      <a:pt x="178391" y="247650"/>
                      <a:pt x="228600" y="218361"/>
                      <a:pt x="228600" y="180975"/>
                    </a:cubicBezTo>
                    <a:lnTo>
                      <a:pt x="228600" y="66675"/>
                    </a:lnTo>
                    <a:cubicBezTo>
                      <a:pt x="228600" y="29289"/>
                      <a:pt x="178391" y="0"/>
                      <a:pt x="114300" y="0"/>
                    </a:cubicBezTo>
                    <a:close/>
                    <a:moveTo>
                      <a:pt x="209550" y="123825"/>
                    </a:moveTo>
                    <a:cubicBezTo>
                      <a:pt x="209550" y="135279"/>
                      <a:pt x="200168" y="146959"/>
                      <a:pt x="183821" y="155877"/>
                    </a:cubicBezTo>
                    <a:cubicBezTo>
                      <a:pt x="165414" y="165914"/>
                      <a:pt x="140720" y="171450"/>
                      <a:pt x="114300" y="171450"/>
                    </a:cubicBezTo>
                    <a:cubicBezTo>
                      <a:pt x="87880" y="171450"/>
                      <a:pt x="63186" y="165914"/>
                      <a:pt x="44779" y="155877"/>
                    </a:cubicBezTo>
                    <a:cubicBezTo>
                      <a:pt x="28432" y="146959"/>
                      <a:pt x="19050" y="135279"/>
                      <a:pt x="19050" y="123825"/>
                    </a:cubicBezTo>
                    <a:lnTo>
                      <a:pt x="19050" y="104013"/>
                    </a:lnTo>
                    <a:cubicBezTo>
                      <a:pt x="39362" y="121872"/>
                      <a:pt x="74093" y="133350"/>
                      <a:pt x="114300" y="133350"/>
                    </a:cubicBezTo>
                    <a:cubicBezTo>
                      <a:pt x="154507" y="133350"/>
                      <a:pt x="189238" y="121825"/>
                      <a:pt x="209550" y="104013"/>
                    </a:cubicBezTo>
                    <a:close/>
                    <a:moveTo>
                      <a:pt x="44779" y="34623"/>
                    </a:moveTo>
                    <a:cubicBezTo>
                      <a:pt x="63186" y="24586"/>
                      <a:pt x="87880" y="19050"/>
                      <a:pt x="114300" y="19050"/>
                    </a:cubicBezTo>
                    <a:cubicBezTo>
                      <a:pt x="140720" y="19050"/>
                      <a:pt x="165414" y="24586"/>
                      <a:pt x="183821" y="34623"/>
                    </a:cubicBezTo>
                    <a:cubicBezTo>
                      <a:pt x="200168" y="43541"/>
                      <a:pt x="209550" y="55221"/>
                      <a:pt x="209550" y="66675"/>
                    </a:cubicBezTo>
                    <a:cubicBezTo>
                      <a:pt x="209550" y="78129"/>
                      <a:pt x="200168" y="89809"/>
                      <a:pt x="183821" y="98727"/>
                    </a:cubicBezTo>
                    <a:cubicBezTo>
                      <a:pt x="165414" y="108764"/>
                      <a:pt x="140720" y="114300"/>
                      <a:pt x="114300" y="114300"/>
                    </a:cubicBezTo>
                    <a:cubicBezTo>
                      <a:pt x="87880" y="114300"/>
                      <a:pt x="63186" y="108764"/>
                      <a:pt x="44779" y="98727"/>
                    </a:cubicBezTo>
                    <a:cubicBezTo>
                      <a:pt x="28432" y="89809"/>
                      <a:pt x="19050" y="78129"/>
                      <a:pt x="19050" y="66675"/>
                    </a:cubicBezTo>
                    <a:cubicBezTo>
                      <a:pt x="19050" y="55221"/>
                      <a:pt x="28432" y="43541"/>
                      <a:pt x="44779" y="34623"/>
                    </a:cubicBezTo>
                    <a:close/>
                    <a:moveTo>
                      <a:pt x="183821" y="213027"/>
                    </a:moveTo>
                    <a:cubicBezTo>
                      <a:pt x="165414" y="223064"/>
                      <a:pt x="140720" y="228600"/>
                      <a:pt x="114300" y="228600"/>
                    </a:cubicBezTo>
                    <a:cubicBezTo>
                      <a:pt x="87880" y="228600"/>
                      <a:pt x="63186" y="223064"/>
                      <a:pt x="44779" y="213027"/>
                    </a:cubicBezTo>
                    <a:cubicBezTo>
                      <a:pt x="28432" y="204109"/>
                      <a:pt x="19050" y="192429"/>
                      <a:pt x="19050" y="180975"/>
                    </a:cubicBezTo>
                    <a:lnTo>
                      <a:pt x="19050" y="161163"/>
                    </a:lnTo>
                    <a:cubicBezTo>
                      <a:pt x="39362" y="179022"/>
                      <a:pt x="74093" y="190500"/>
                      <a:pt x="114300" y="190500"/>
                    </a:cubicBezTo>
                    <a:cubicBezTo>
                      <a:pt x="154507" y="190500"/>
                      <a:pt x="189238" y="178975"/>
                      <a:pt x="209550" y="161163"/>
                    </a:cubicBezTo>
                    <a:lnTo>
                      <a:pt x="209550" y="180975"/>
                    </a:lnTo>
                    <a:cubicBezTo>
                      <a:pt x="209550" y="192429"/>
                      <a:pt x="200168" y="204109"/>
                      <a:pt x="183821" y="213027"/>
                    </a:cubicBezTo>
                    <a:close/>
                  </a:path>
                </a:pathLst>
              </a:custGeom>
              <a:solidFill>
                <a:srgbClr val="8E33F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9051608" y="2034064"/>
              <a:ext cx="26719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SDK 执行工具（SELECT only）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56370" y="2284095"/>
              <a:ext cx="20865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db 经 experimental_context 注入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857500" y="2514600"/>
            <a:ext cx="2199703" cy="1200150"/>
            <a:chOff x="2857500" y="2514600"/>
            <a:chExt cx="2199703" cy="1200150"/>
          </a:xfrm>
        </p:grpSpPr>
        <p:sp>
          <p:nvSpPr>
            <p:cNvPr id="39" name="Line 39"/>
            <p:cNvSpPr/>
            <p:nvPr/>
          </p:nvSpPr>
          <p:spPr>
            <a:xfrm>
              <a:off x="3905250" y="2514600"/>
              <a:ext cx="1" cy="571500"/>
            </a:xfrm>
            <a:prstGeom prst="line">
              <a:avLst/>
            </a:prstGeom>
            <a:noFill/>
            <a:ln w="19050">
              <a:solidFill>
                <a:srgbClr val="FC7E5B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857500" y="3181350"/>
              <a:ext cx="2095500" cy="533400"/>
            </a:xfrm>
            <a:prstGeom prst="roundRect">
              <a:avLst>
                <a:gd name="adj" fmla="val 21429"/>
              </a:avLst>
            </a:prstGeom>
            <a:solidFill>
              <a:srgbClr val="FC7E5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3056994" y="3304334"/>
              <a:ext cx="210546" cy="287432"/>
              <a:chOff x="3056994" y="3304334"/>
              <a:chExt cx="210546" cy="28743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3067050" y="3314700"/>
                <a:ext cx="190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66700">
                    <a:moveTo>
                      <a:pt x="57150" y="266700"/>
                    </a:moveTo>
                    <a:lnTo>
                      <a:pt x="76200" y="171450"/>
                    </a:lnTo>
                    <a:lnTo>
                      <a:pt x="0" y="142875"/>
                    </a:lnTo>
                    <a:lnTo>
                      <a:pt x="133350" y="0"/>
                    </a:lnTo>
                    <a:lnTo>
                      <a:pt x="114300" y="95250"/>
                    </a:lnTo>
                    <a:lnTo>
                      <a:pt x="190500" y="123825"/>
                    </a:lnTo>
                    <a:close/>
                  </a:path>
                </a:pathLst>
              </a:custGeom>
              <a:solidFill>
                <a:srgbClr val="1F1B1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056994" y="3304334"/>
                <a:ext cx="210546" cy="287432"/>
              </a:xfrm>
              <a:custGeom>
                <a:avLst/>
                <a:gdLst/>
                <a:ahLst/>
                <a:cxnLst/>
                <a:rect l="l" t="t" r="r" b="b"/>
                <a:pathLst>
                  <a:path w="210546" h="287432">
                    <a:moveTo>
                      <a:pt x="209831" y="132012"/>
                    </a:moveTo>
                    <a:cubicBezTo>
                      <a:pt x="209098" y="128912"/>
                      <a:pt x="206864" y="126382"/>
                      <a:pt x="203878" y="125273"/>
                    </a:cubicBezTo>
                    <a:lnTo>
                      <a:pt x="135286" y="99544"/>
                    </a:lnTo>
                    <a:lnTo>
                      <a:pt x="152740" y="12235"/>
                    </a:lnTo>
                    <a:cubicBezTo>
                      <a:pt x="153552" y="8068"/>
                      <a:pt x="151508" y="3866"/>
                      <a:pt x="147728" y="1933"/>
                    </a:cubicBezTo>
                    <a:cubicBezTo>
                      <a:pt x="143947" y="0"/>
                      <a:pt x="139344" y="803"/>
                      <a:pt x="136441" y="3901"/>
                    </a:cubicBezTo>
                    <a:lnTo>
                      <a:pt x="3091" y="146776"/>
                    </a:lnTo>
                    <a:cubicBezTo>
                      <a:pt x="891" y="149094"/>
                      <a:pt x="0" y="152361"/>
                      <a:pt x="719" y="155474"/>
                    </a:cubicBezTo>
                    <a:cubicBezTo>
                      <a:pt x="1437" y="158588"/>
                      <a:pt x="3669" y="161134"/>
                      <a:pt x="6663" y="162254"/>
                    </a:cubicBezTo>
                    <a:lnTo>
                      <a:pt x="75278" y="187983"/>
                    </a:lnTo>
                    <a:lnTo>
                      <a:pt x="57871" y="275197"/>
                    </a:lnTo>
                    <a:cubicBezTo>
                      <a:pt x="57059" y="279364"/>
                      <a:pt x="59104" y="283566"/>
                      <a:pt x="62884" y="285499"/>
                    </a:cubicBezTo>
                    <a:cubicBezTo>
                      <a:pt x="66665" y="287432"/>
                      <a:pt x="71268" y="286629"/>
                      <a:pt x="74171" y="283531"/>
                    </a:cubicBezTo>
                    <a:lnTo>
                      <a:pt x="207521" y="140656"/>
                    </a:lnTo>
                    <a:cubicBezTo>
                      <a:pt x="209681" y="138338"/>
                      <a:pt x="210546" y="135098"/>
                      <a:pt x="209831" y="132012"/>
                    </a:cubicBezTo>
                    <a:close/>
                    <a:moveTo>
                      <a:pt x="83125" y="246110"/>
                    </a:moveTo>
                    <a:lnTo>
                      <a:pt x="95590" y="183745"/>
                    </a:lnTo>
                    <a:cubicBezTo>
                      <a:pt x="96512" y="179177"/>
                      <a:pt x="93993" y="174613"/>
                      <a:pt x="89637" y="172958"/>
                    </a:cubicBezTo>
                    <a:lnTo>
                      <a:pt x="26725" y="149324"/>
                    </a:lnTo>
                    <a:lnTo>
                      <a:pt x="127475" y="41382"/>
                    </a:lnTo>
                    <a:lnTo>
                      <a:pt x="115021" y="103747"/>
                    </a:lnTo>
                    <a:cubicBezTo>
                      <a:pt x="114100" y="108314"/>
                      <a:pt x="116619" y="112878"/>
                      <a:pt x="120974" y="114534"/>
                    </a:cubicBezTo>
                    <a:lnTo>
                      <a:pt x="183839" y="138108"/>
                    </a:lnTo>
                    <a:close/>
                  </a:path>
                </a:pathLst>
              </a:custGeom>
              <a:solidFill>
                <a:srgbClr val="1F1B17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3412808" y="3272314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文本回答（流式）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17570" y="3503295"/>
              <a:ext cx="16396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出口：文本产出 / 触顶 8 步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58815" y="2858452"/>
            <a:ext cx="5010626" cy="746760"/>
            <a:chOff x="5758815" y="2858452"/>
            <a:chExt cx="5010626" cy="746760"/>
          </a:xfrm>
        </p:grpSpPr>
        <p:sp>
          <p:nvSpPr>
            <p:cNvPr id="47" name="TextBox 47"/>
            <p:cNvSpPr txBox="1"/>
            <p:nvPr/>
          </p:nvSpPr>
          <p:spPr>
            <a:xfrm>
              <a:off x="5758815" y="2858452"/>
              <a:ext cx="3362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sz="1050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temperature: 0.3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— 工具选择要稳，不要发散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58815" y="3125152"/>
              <a:ext cx="50106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sz="1050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abortSignal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— stop 按钮终止整条多步流，partial answer 仍保留落库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58815" y="3391852"/>
              <a:ext cx="3944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· 工具并行调用共享同一只读 db 句柄，工具内视为不可变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9600" y="4000500"/>
            <a:ext cx="5524500" cy="2247900"/>
            <a:chOff x="609600" y="4000500"/>
            <a:chExt cx="5524500" cy="2247900"/>
          </a:xfrm>
        </p:grpSpPr>
        <p:sp>
          <p:nvSpPr>
            <p:cNvPr id="51" name="Rectangle 51"/>
            <p:cNvSpPr/>
            <p:nvPr/>
          </p:nvSpPr>
          <p:spPr>
            <a:xfrm>
              <a:off x="609600" y="4000500"/>
              <a:ext cx="5524500" cy="2247900"/>
            </a:xfrm>
            <a:prstGeom prst="roundRect">
              <a:avLst>
                <a:gd name="adj" fmla="val 5085"/>
              </a:avLst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8670" y="41319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lib/chat/agent.ts · createChatStream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6765" y="4382452"/>
              <a:ext cx="10694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streamText({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6765" y="4572952"/>
              <a:ext cx="1360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model, messages,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6765" y="4763452"/>
              <a:ext cx="4680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system: CHAT_SYSTEM_PROMPT + buildContextSuffix({ now }),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765" y="4953952"/>
              <a:ext cx="2503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tools: chatTools, </a:t>
              </a:r>
              <a:r>
                <a:rPr lang="zh-CN" sz="1050" dirty="0">
                  <a:solidFill>
                    <a:srgbClr val="A89F94"/>
                  </a:solidFill>
                  <a:latin typeface="Consolas"/>
                  <a:ea typeface="Microsoft YaHei"/>
                  <a:cs typeface="Consolas"/>
                </a:rPr>
                <a:t>// 3 个只读工具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6765" y="5144452"/>
              <a:ext cx="3944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C7E5B"/>
                  </a:solidFill>
                  <a:latin typeface="Consolas"/>
                  <a:ea typeface="Microsoft YaHei"/>
                  <a:cs typeface="Consolas"/>
                </a:rPr>
                <a:t>stopWhen: stepCountIs(8),</a:t>
              </a:r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 dirty="0">
                  <a:solidFill>
                    <a:srgbClr val="A89F94"/>
                  </a:solidFill>
                  <a:latin typeface="Consolas"/>
                  <a:ea typeface="Microsoft YaHei"/>
                  <a:cs typeface="Consolas"/>
                </a:rPr>
                <a:t>// v6 默认单步，必须显式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6765" y="5334952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temperature: 0.3,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765" y="5525452"/>
              <a:ext cx="39831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C7E5B"/>
                  </a:solidFill>
                  <a:latin typeface="Consolas"/>
                  <a:ea typeface="Microsoft YaHei"/>
                  <a:cs typeface="Consolas"/>
                </a:rPr>
                <a:t>experimental_context: { db },</a:t>
              </a:r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 dirty="0">
                  <a:solidFill>
                    <a:srgbClr val="A89F94"/>
                  </a:solidFill>
                  <a:latin typeface="Consolas"/>
                  <a:ea typeface="Microsoft YaHei"/>
                  <a:cs typeface="Consolas"/>
                </a:rPr>
                <a:t>// DB 句柄不进 prompt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765" y="5715952"/>
              <a:ext cx="962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abortSignal,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6765" y="59064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})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422708" y="4053364"/>
            <a:ext cx="4852062" cy="2023586"/>
            <a:chOff x="6422708" y="4053364"/>
            <a:chExt cx="4852062" cy="2023586"/>
          </a:xfrm>
        </p:grpSpPr>
        <p:sp>
          <p:nvSpPr>
            <p:cNvPr id="63" name="TextBox 63"/>
            <p:cNvSpPr txBox="1"/>
            <p:nvPr/>
          </p:nvSpPr>
          <p:spPr>
            <a:xfrm>
              <a:off x="6422708" y="4053364"/>
              <a:ext cx="48520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工具四态：fullStream 事件直接映射 UI，界面不猜状态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362450"/>
              <a:ext cx="1619250" cy="3429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 w="9525">
              <a:solidFill>
                <a:srgbClr val="DCD4C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98777" y="4468178"/>
              <a:ext cx="1299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35A"/>
                  </a:solidFill>
                  <a:latin typeface="Consolas"/>
                  <a:ea typeface="Microsoft YaHei"/>
                  <a:cs typeface="Consolas"/>
                </a:rPr>
                <a:t>tool-input-start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32458" y="4443889"/>
              <a:ext cx="14941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→ 准备检索（灰）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38900" y="4819650"/>
              <a:ext cx="1619250" cy="3429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 w="9525">
              <a:solidFill>
                <a:srgbClr val="DCD4C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13150" y="4925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35A"/>
                  </a:solidFill>
                  <a:latin typeface="Consolas"/>
                  <a:ea typeface="Microsoft YaHei"/>
                  <a:cs typeface="Consolas"/>
                </a:rPr>
                <a:t>tool-call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32458" y="4901089"/>
              <a:ext cx="10379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→ 正在检索…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38900" y="5276850"/>
              <a:ext cx="1619250" cy="342900"/>
            </a:xfrm>
            <a:prstGeom prst="roundRect">
              <a:avLst>
                <a:gd name="adj" fmla="val 50000"/>
              </a:avLst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09637" y="5382578"/>
              <a:ext cx="877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tool-result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32458" y="5358289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→ 已检索 </a:t>
              </a:r>
              <a:r>
                <a:rPr lang="zh-CN" sz="1275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N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条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38900" y="5734050"/>
              <a:ext cx="1619250" cy="3429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 w="9525">
              <a:solidFill>
                <a:srgbClr val="E53935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32640" y="583977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53935"/>
                  </a:solidFill>
                  <a:latin typeface="Consolas"/>
                  <a:ea typeface="Microsoft YaHei"/>
                  <a:cs typeface="Consolas"/>
                </a:rPr>
                <a:t>tool-error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32458" y="5815489"/>
              <a:ext cx="2425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→ 友好错误文案，不泄露堆栈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77" name="Line 77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163490" y="65893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06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3" grpId="0"/>
      <p:bldP spid="31" grpId="0"/>
      <p:bldP spid="38" grpId="0"/>
      <p:bldP spid="46" grpId="0"/>
      <p:bldP spid="50" grpId="0"/>
      <p:bldP spid="62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8567261" cy="739140"/>
            <a:chOff x="609600" y="584835"/>
            <a:chExt cx="8567261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3795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三把工具，全部只读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8395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AI SDK v6 </a:t>
              </a:r>
              <a:r>
                <a:rPr lang="zh-CN" sz="1500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tool()</a:t>
              </a:r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定义，registry 的 key 就是模型看到的工具名；lib/chat/tools.ts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428750"/>
            <a:ext cx="11408566" cy="2686050"/>
            <a:chOff x="609600" y="1428750"/>
            <a:chExt cx="11408566" cy="2686050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10972800" cy="26860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09600" y="1428750"/>
              <a:ext cx="10972800" cy="419100"/>
            </a:xfrm>
            <a:custGeom>
              <a:avLst/>
              <a:gdLst/>
              <a:ahLst/>
              <a:cxnLst/>
              <a:rect l="l" t="t" r="r" b="b"/>
              <a:pathLst>
                <a:path w="10972800" h="41910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10858500" y="0"/>
                  </a:lnTo>
                  <a:cubicBezTo>
                    <a:pt x="10921626" y="0"/>
                    <a:pt x="10972800" y="51174"/>
                    <a:pt x="10972800" y="114300"/>
                  </a:cubicBezTo>
                  <a:lnTo>
                    <a:pt x="109728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6765" y="15821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72765" y="1582102"/>
              <a:ext cx="1548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输入（Zod schema）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92165" y="15821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返回（关键字段拍平）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40165" y="1582102"/>
              <a:ext cx="3078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何时调用（写进 description 与 prompt）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895600" y="1847850"/>
              <a:ext cx="9525" cy="2266950"/>
            </a:xfrm>
            <a:custGeom>
              <a:avLst/>
              <a:gdLst/>
              <a:ahLst/>
              <a:cxnLst/>
              <a:rect l="l" t="t" r="r" b="b"/>
              <a:pathLst>
                <a:path w="9525" h="2266950">
                  <a:moveTo>
                    <a:pt x="0" y="0"/>
                  </a:moveTo>
                  <a:lnTo>
                    <a:pt x="0" y="226695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0" y="1847850"/>
              <a:ext cx="9525" cy="2266950"/>
            </a:xfrm>
            <a:custGeom>
              <a:avLst/>
              <a:gdLst/>
              <a:ahLst/>
              <a:cxnLst/>
              <a:rect l="l" t="t" r="r" b="b"/>
              <a:pathLst>
                <a:path w="9525" h="2266950">
                  <a:moveTo>
                    <a:pt x="0" y="0"/>
                  </a:moveTo>
                  <a:lnTo>
                    <a:pt x="0" y="226695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763000" y="1847850"/>
              <a:ext cx="9525" cy="2266950"/>
            </a:xfrm>
            <a:custGeom>
              <a:avLst/>
              <a:gdLst/>
              <a:ahLst/>
              <a:cxnLst/>
              <a:rect l="l" t="t" r="r" b="b"/>
              <a:pathLst>
                <a:path w="9525" h="2266950">
                  <a:moveTo>
                    <a:pt x="0" y="0"/>
                  </a:moveTo>
                  <a:lnTo>
                    <a:pt x="0" y="226695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" y="260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" y="3371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15623" y="1963102"/>
            <a:ext cx="10604852" cy="594360"/>
            <a:chOff x="815623" y="1963102"/>
            <a:chExt cx="10604852" cy="594360"/>
          </a:xfrm>
        </p:grpSpPr>
        <p:grpSp>
          <p:nvGrpSpPr>
            <p:cNvPr id="21" name="Group 21"/>
            <p:cNvGrpSpPr/>
            <p:nvPr/>
          </p:nvGrpSpPr>
          <p:grpSpPr>
            <a:xfrm>
              <a:off x="815623" y="2091933"/>
              <a:ext cx="226993" cy="227033"/>
              <a:chOff x="815623" y="2091933"/>
              <a:chExt cx="226993" cy="22703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3438" y="2109788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166688" y="83344"/>
                    </a:moveTo>
                    <a:cubicBezTo>
                      <a:pt x="166688" y="129373"/>
                      <a:pt x="129373" y="166688"/>
                      <a:pt x="83344" y="166688"/>
                    </a:cubicBezTo>
                    <a:cubicBezTo>
                      <a:pt x="37314" y="166688"/>
                      <a:pt x="0" y="129373"/>
                      <a:pt x="0" y="83344"/>
                    </a:cubicBezTo>
                    <a:cubicBezTo>
                      <a:pt x="0" y="37314"/>
                      <a:pt x="37314" y="0"/>
                      <a:pt x="83344" y="0"/>
                    </a:cubicBezTo>
                    <a:cubicBezTo>
                      <a:pt x="129373" y="0"/>
                      <a:pt x="166688" y="37314"/>
                      <a:pt x="166688" y="83344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5623" y="2091933"/>
                <a:ext cx="226993" cy="227033"/>
              </a:xfrm>
              <a:custGeom>
                <a:avLst/>
                <a:gdLst/>
                <a:ahLst/>
                <a:cxnLst/>
                <a:rect l="l" t="t" r="r" b="b"/>
                <a:pathLst>
                  <a:path w="226993" h="227033">
                    <a:moveTo>
                      <a:pt x="223737" y="211983"/>
                    </a:moveTo>
                    <a:lnTo>
                      <a:pt x="171584" y="159831"/>
                    </a:lnTo>
                    <a:cubicBezTo>
                      <a:pt x="203047" y="122096"/>
                      <a:pt x="199265" y="66288"/>
                      <a:pt x="162997" y="33144"/>
                    </a:cubicBezTo>
                    <a:cubicBezTo>
                      <a:pt x="126729" y="0"/>
                      <a:pt x="70807" y="1245"/>
                      <a:pt x="36051" y="35971"/>
                    </a:cubicBezTo>
                    <a:cubicBezTo>
                      <a:pt x="1295" y="70696"/>
                      <a:pt x="0" y="126618"/>
                      <a:pt x="33112" y="162914"/>
                    </a:cubicBezTo>
                    <a:cubicBezTo>
                      <a:pt x="66224" y="199211"/>
                      <a:pt x="122028" y="203043"/>
                      <a:pt x="159791" y="171613"/>
                    </a:cubicBezTo>
                    <a:lnTo>
                      <a:pt x="211943" y="223776"/>
                    </a:lnTo>
                    <a:cubicBezTo>
                      <a:pt x="215200" y="227033"/>
                      <a:pt x="220480" y="227033"/>
                      <a:pt x="223737" y="223776"/>
                    </a:cubicBezTo>
                    <a:cubicBezTo>
                      <a:pt x="226993" y="220520"/>
                      <a:pt x="226993" y="215240"/>
                      <a:pt x="223737" y="211983"/>
                    </a:cubicBezTo>
                    <a:close/>
                    <a:moveTo>
                      <a:pt x="26149" y="101198"/>
                    </a:moveTo>
                    <a:cubicBezTo>
                      <a:pt x="26149" y="59772"/>
                      <a:pt x="59732" y="26189"/>
                      <a:pt x="101159" y="26189"/>
                    </a:cubicBezTo>
                    <a:cubicBezTo>
                      <a:pt x="142585" y="26189"/>
                      <a:pt x="176168" y="59772"/>
                      <a:pt x="176168" y="101198"/>
                    </a:cubicBezTo>
                    <a:cubicBezTo>
                      <a:pt x="176168" y="142625"/>
                      <a:pt x="142585" y="176208"/>
                      <a:pt x="101159" y="176208"/>
                    </a:cubicBezTo>
                    <a:cubicBezTo>
                      <a:pt x="59751" y="176162"/>
                      <a:pt x="26195" y="142606"/>
                      <a:pt x="26149" y="101198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45858" y="2053114"/>
              <a:ext cx="20658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searchKnowledgeBase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620" y="230314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hybrid 检索，主 grounding 工具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72765" y="19631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query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必填 · </a:t>
              </a:r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top_k?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1–20，默认 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72765" y="2153602"/>
              <a:ext cx="26183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platform?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六平台 enum，不确定省略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72765" y="2344102"/>
              <a:ext cx="22579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tag_id?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来自 listTags 返回的 id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92165" y="1963102"/>
              <a:ext cx="13455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count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+ </a:t>
              </a:r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results[]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2165" y="2153602"/>
              <a:ext cx="2326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item_id · title · url · platform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92165" y="234410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chunk_text · score（RRF 分）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0165" y="19631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回答任何关于收藏内容的问题前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0165" y="21536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必须先调用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，禁止凭训练记忆作答；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0165" y="2344102"/>
              <a:ext cx="13685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无结果时 count = 0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41772" y="2725102"/>
            <a:ext cx="10517362" cy="594360"/>
            <a:chOff x="841772" y="2725102"/>
            <a:chExt cx="10517362" cy="594360"/>
          </a:xfrm>
        </p:grpSpPr>
        <p:grpSp>
          <p:nvGrpSpPr>
            <p:cNvPr id="36" name="Group 36"/>
            <p:cNvGrpSpPr/>
            <p:nvPr/>
          </p:nvGrpSpPr>
          <p:grpSpPr>
            <a:xfrm>
              <a:off x="841772" y="2863451"/>
              <a:ext cx="183358" cy="216695"/>
              <a:chOff x="841772" y="2863451"/>
              <a:chExt cx="183358" cy="21669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58453" y="2871788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41772" y="2863451"/>
                <a:ext cx="183358" cy="216695"/>
              </a:xfrm>
              <a:custGeom>
                <a:avLst/>
                <a:gdLst/>
                <a:ahLst/>
                <a:cxnLst/>
                <a:rect l="l" t="t" r="r" b="b"/>
                <a:pathLst>
                  <a:path w="183358" h="216695">
                    <a:moveTo>
                      <a:pt x="180918" y="60780"/>
                    </a:moveTo>
                    <a:lnTo>
                      <a:pt x="122578" y="2440"/>
                    </a:lnTo>
                    <a:cubicBezTo>
                      <a:pt x="121013" y="877"/>
                      <a:pt x="118892" y="0"/>
                      <a:pt x="116681" y="2"/>
                    </a:cubicBezTo>
                    <a:lnTo>
                      <a:pt x="16669" y="2"/>
                    </a:lnTo>
                    <a:cubicBezTo>
                      <a:pt x="7463" y="2"/>
                      <a:pt x="0" y="7465"/>
                      <a:pt x="0" y="16670"/>
                    </a:cubicBezTo>
                    <a:lnTo>
                      <a:pt x="0" y="200027"/>
                    </a:lnTo>
                    <a:cubicBezTo>
                      <a:pt x="0" y="209233"/>
                      <a:pt x="7463" y="216695"/>
                      <a:pt x="16669" y="216695"/>
                    </a:cubicBezTo>
                    <a:lnTo>
                      <a:pt x="166688" y="216695"/>
                    </a:lnTo>
                    <a:cubicBezTo>
                      <a:pt x="175893" y="216695"/>
                      <a:pt x="183356" y="209233"/>
                      <a:pt x="183356" y="200027"/>
                    </a:cubicBezTo>
                    <a:lnTo>
                      <a:pt x="183356" y="66677"/>
                    </a:lnTo>
                    <a:cubicBezTo>
                      <a:pt x="183358" y="64466"/>
                      <a:pt x="182481" y="62345"/>
                      <a:pt x="180918" y="60780"/>
                    </a:cubicBezTo>
                    <a:close/>
                    <a:moveTo>
                      <a:pt x="125016" y="28453"/>
                    </a:moveTo>
                    <a:lnTo>
                      <a:pt x="154905" y="58342"/>
                    </a:lnTo>
                    <a:lnTo>
                      <a:pt x="125016" y="58342"/>
                    </a:lnTo>
                    <a:close/>
                    <a:moveTo>
                      <a:pt x="166688" y="200027"/>
                    </a:moveTo>
                    <a:lnTo>
                      <a:pt x="16669" y="200027"/>
                    </a:lnTo>
                    <a:lnTo>
                      <a:pt x="16669" y="16670"/>
                    </a:lnTo>
                    <a:lnTo>
                      <a:pt x="108347" y="16670"/>
                    </a:lnTo>
                    <a:lnTo>
                      <a:pt x="108347" y="66677"/>
                    </a:lnTo>
                    <a:cubicBezTo>
                      <a:pt x="108347" y="71280"/>
                      <a:pt x="112078" y="75011"/>
                      <a:pt x="116681" y="75011"/>
                    </a:cubicBezTo>
                    <a:lnTo>
                      <a:pt x="166688" y="75011"/>
                    </a:lnTo>
                    <a:lnTo>
                      <a:pt x="166688" y="200027"/>
                    </a:lnTo>
                    <a:close/>
                    <a:moveTo>
                      <a:pt x="133350" y="116683"/>
                    </a:moveTo>
                    <a:cubicBezTo>
                      <a:pt x="133350" y="121286"/>
                      <a:pt x="129619" y="125017"/>
                      <a:pt x="125016" y="125017"/>
                    </a:cubicBezTo>
                    <a:lnTo>
                      <a:pt x="58341" y="125017"/>
                    </a:lnTo>
                    <a:cubicBezTo>
                      <a:pt x="53738" y="125017"/>
                      <a:pt x="50006" y="121286"/>
                      <a:pt x="50006" y="116683"/>
                    </a:cubicBezTo>
                    <a:cubicBezTo>
                      <a:pt x="50006" y="112080"/>
                      <a:pt x="53738" y="108349"/>
                      <a:pt x="58341" y="108349"/>
                    </a:cubicBezTo>
                    <a:lnTo>
                      <a:pt x="125016" y="108349"/>
                    </a:lnTo>
                    <a:cubicBezTo>
                      <a:pt x="129619" y="108349"/>
                      <a:pt x="133350" y="112080"/>
                      <a:pt x="133350" y="116683"/>
                    </a:cubicBezTo>
                    <a:close/>
                    <a:moveTo>
                      <a:pt x="133350" y="150020"/>
                    </a:moveTo>
                    <a:cubicBezTo>
                      <a:pt x="133350" y="154623"/>
                      <a:pt x="129619" y="158355"/>
                      <a:pt x="125016" y="158355"/>
                    </a:cubicBezTo>
                    <a:lnTo>
                      <a:pt x="58341" y="158355"/>
                    </a:lnTo>
                    <a:cubicBezTo>
                      <a:pt x="53738" y="158355"/>
                      <a:pt x="50006" y="154623"/>
                      <a:pt x="50006" y="150020"/>
                    </a:cubicBezTo>
                    <a:cubicBezTo>
                      <a:pt x="50006" y="145418"/>
                      <a:pt x="53738" y="141686"/>
                      <a:pt x="58341" y="141686"/>
                    </a:cubicBezTo>
                    <a:lnTo>
                      <a:pt x="125016" y="141686"/>
                    </a:lnTo>
                    <a:cubicBezTo>
                      <a:pt x="129619" y="141686"/>
                      <a:pt x="133350" y="145418"/>
                      <a:pt x="133350" y="150020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145858" y="2815114"/>
              <a:ext cx="15281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getItemContent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620" y="30651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读取单条收藏的全文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72765" y="276320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item_id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必填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72765" y="2972752"/>
              <a:ext cx="2326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取自 searchKnowledgeBase 结果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92165" y="2725102"/>
              <a:ext cx="1935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found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· </a:t>
              </a:r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item_id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· </a:t>
              </a:r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content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92165" y="2915602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（plain_text 全文）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92165" y="3106102"/>
              <a:ext cx="25416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found = false：该项尚无已提取正文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40165" y="27632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命中片段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不足以回答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时读全文，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0165" y="297275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避免靠 500 字 chunk 推断整篇内容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33423" y="3525202"/>
            <a:ext cx="10602387" cy="484823"/>
            <a:chOff x="833423" y="3525202"/>
            <a:chExt cx="10602387" cy="484823"/>
          </a:xfrm>
        </p:grpSpPr>
        <p:grpSp>
          <p:nvGrpSpPr>
            <p:cNvPr id="49" name="Group 49"/>
            <p:cNvGrpSpPr/>
            <p:nvPr/>
          </p:nvGrpSpPr>
          <p:grpSpPr>
            <a:xfrm>
              <a:off x="833423" y="3633773"/>
              <a:ext cx="225040" cy="225040"/>
              <a:chOff x="833423" y="3633773"/>
              <a:chExt cx="225040" cy="22504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41772" y="3642122"/>
                <a:ext cx="208376" cy="209174"/>
              </a:xfrm>
              <a:custGeom>
                <a:avLst/>
                <a:gdLst/>
                <a:ahLst/>
                <a:cxnLst/>
                <a:rect l="l" t="t" r="r" b="b"/>
                <a:pathLst>
                  <a:path w="208376" h="209174">
                    <a:moveTo>
                      <a:pt x="205922" y="117723"/>
                    </a:moveTo>
                    <a:lnTo>
                      <a:pt x="117723" y="205922"/>
                    </a:lnTo>
                    <a:cubicBezTo>
                      <a:pt x="114469" y="209174"/>
                      <a:pt x="109195" y="209174"/>
                      <a:pt x="105940" y="205922"/>
                    </a:cubicBezTo>
                    <a:lnTo>
                      <a:pt x="2438" y="102450"/>
                    </a:lnTo>
                    <a:cubicBezTo>
                      <a:pt x="878" y="100889"/>
                      <a:pt x="1" y="98772"/>
                      <a:pt x="0" y="96564"/>
                    </a:cubicBezTo>
                    <a:lnTo>
                      <a:pt x="0" y="0"/>
                    </a:lnTo>
                    <a:lnTo>
                      <a:pt x="96564" y="0"/>
                    </a:lnTo>
                    <a:cubicBezTo>
                      <a:pt x="98772" y="1"/>
                      <a:pt x="100889" y="878"/>
                      <a:pt x="102450" y="2438"/>
                    </a:cubicBezTo>
                    <a:lnTo>
                      <a:pt x="205922" y="105909"/>
                    </a:lnTo>
                    <a:cubicBezTo>
                      <a:pt x="207493" y="107473"/>
                      <a:pt x="208376" y="109599"/>
                      <a:pt x="208376" y="111816"/>
                    </a:cubicBezTo>
                    <a:cubicBezTo>
                      <a:pt x="208376" y="114033"/>
                      <a:pt x="207493" y="116159"/>
                      <a:pt x="205922" y="117723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3423" y="3633773"/>
                <a:ext cx="225040" cy="225040"/>
              </a:xfrm>
              <a:custGeom>
                <a:avLst/>
                <a:gdLst/>
                <a:ahLst/>
                <a:cxnLst/>
                <a:rect l="l" t="t" r="r" b="b"/>
                <a:pathLst>
                  <a:path w="225040" h="225040">
                    <a:moveTo>
                      <a:pt x="220156" y="108361"/>
                    </a:moveTo>
                    <a:lnTo>
                      <a:pt x="116695" y="4900"/>
                    </a:lnTo>
                    <a:cubicBezTo>
                      <a:pt x="113580" y="1760"/>
                      <a:pt x="109336" y="0"/>
                      <a:pt x="104913" y="14"/>
                    </a:cubicBezTo>
                    <a:lnTo>
                      <a:pt x="8349" y="14"/>
                    </a:lnTo>
                    <a:cubicBezTo>
                      <a:pt x="3746" y="14"/>
                      <a:pt x="14" y="3746"/>
                      <a:pt x="14" y="8349"/>
                    </a:cubicBezTo>
                    <a:lnTo>
                      <a:pt x="14" y="104913"/>
                    </a:lnTo>
                    <a:cubicBezTo>
                      <a:pt x="0" y="109336"/>
                      <a:pt x="1760" y="113580"/>
                      <a:pt x="4900" y="116695"/>
                    </a:cubicBezTo>
                    <a:lnTo>
                      <a:pt x="108361" y="220156"/>
                    </a:lnTo>
                    <a:cubicBezTo>
                      <a:pt x="111487" y="223283"/>
                      <a:pt x="115727" y="225040"/>
                      <a:pt x="120149" y="225040"/>
                    </a:cubicBezTo>
                    <a:cubicBezTo>
                      <a:pt x="124570" y="225040"/>
                      <a:pt x="128811" y="223283"/>
                      <a:pt x="131937" y="220156"/>
                    </a:cubicBezTo>
                    <a:lnTo>
                      <a:pt x="220156" y="131937"/>
                    </a:lnTo>
                    <a:cubicBezTo>
                      <a:pt x="223283" y="128811"/>
                      <a:pt x="225040" y="124570"/>
                      <a:pt x="225040" y="120149"/>
                    </a:cubicBezTo>
                    <a:cubicBezTo>
                      <a:pt x="225040" y="115727"/>
                      <a:pt x="223283" y="111487"/>
                      <a:pt x="220156" y="108361"/>
                    </a:cubicBezTo>
                    <a:close/>
                    <a:moveTo>
                      <a:pt x="120144" y="208374"/>
                    </a:moveTo>
                    <a:lnTo>
                      <a:pt x="16683" y="104913"/>
                    </a:lnTo>
                    <a:lnTo>
                      <a:pt x="16683" y="16683"/>
                    </a:lnTo>
                    <a:lnTo>
                      <a:pt x="104913" y="16683"/>
                    </a:lnTo>
                    <a:lnTo>
                      <a:pt x="208374" y="120144"/>
                    </a:lnTo>
                    <a:close/>
                    <a:moveTo>
                      <a:pt x="66689" y="54188"/>
                    </a:moveTo>
                    <a:cubicBezTo>
                      <a:pt x="66689" y="61092"/>
                      <a:pt x="61092" y="66689"/>
                      <a:pt x="54188" y="66689"/>
                    </a:cubicBezTo>
                    <a:cubicBezTo>
                      <a:pt x="47283" y="66689"/>
                      <a:pt x="41686" y="61092"/>
                      <a:pt x="41686" y="54188"/>
                    </a:cubicBezTo>
                    <a:cubicBezTo>
                      <a:pt x="41686" y="47283"/>
                      <a:pt x="47283" y="41686"/>
                      <a:pt x="54188" y="41686"/>
                    </a:cubicBezTo>
                    <a:cubicBezTo>
                      <a:pt x="61092" y="41686"/>
                      <a:pt x="66689" y="47283"/>
                      <a:pt x="66689" y="54188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145858" y="3577114"/>
              <a:ext cx="7949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listTags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620" y="38271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主题发现 / 范围收窄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72765" y="3525202"/>
              <a:ext cx="11308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platform?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可选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72765" y="37347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省略则统计全部平台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92165" y="3525202"/>
              <a:ext cx="2464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count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+ </a:t>
              </a:r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tags[]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：id, name, count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892165" y="37347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按条目数降序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40165" y="3525202"/>
              <a:ext cx="24956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想知道"库里有哪些主题"，或需要用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40165" y="37347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tag_id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缩小下一次检索的范围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93408" y="4377214"/>
            <a:ext cx="7226665" cy="1764030"/>
            <a:chOff x="593408" y="4377214"/>
            <a:chExt cx="7226665" cy="1764030"/>
          </a:xfrm>
        </p:grpSpPr>
        <p:sp>
          <p:nvSpPr>
            <p:cNvPr id="59" name="TextBox 59"/>
            <p:cNvSpPr txBox="1"/>
            <p:nvPr/>
          </p:nvSpPr>
          <p:spPr>
            <a:xfrm>
              <a:off x="593408" y="43772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工具设计规则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615094" y="4658178"/>
              <a:ext cx="161195" cy="156710"/>
              <a:chOff x="615094" y="4658178"/>
              <a:chExt cx="161195" cy="15671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20019" y="4664564"/>
                <a:ext cx="150315" cy="144370"/>
              </a:xfrm>
              <a:custGeom>
                <a:avLst/>
                <a:gdLst/>
                <a:ahLst/>
                <a:cxnLst/>
                <a:rect l="l" t="t" r="r" b="b"/>
                <a:pathLst>
                  <a:path w="150315" h="144370">
                    <a:moveTo>
                      <a:pt x="141385" y="108652"/>
                    </a:moveTo>
                    <a:cubicBezTo>
                      <a:pt x="144473" y="108654"/>
                      <a:pt x="147524" y="107971"/>
                      <a:pt x="150315" y="106650"/>
                    </a:cubicBezTo>
                    <a:lnTo>
                      <a:pt x="150315" y="138417"/>
                    </a:lnTo>
                    <a:cubicBezTo>
                      <a:pt x="150315" y="141705"/>
                      <a:pt x="147650" y="144370"/>
                      <a:pt x="144362" y="144370"/>
                    </a:cubicBezTo>
                    <a:lnTo>
                      <a:pt x="37206" y="144370"/>
                    </a:lnTo>
                    <a:cubicBezTo>
                      <a:pt x="33918" y="144370"/>
                      <a:pt x="31252" y="141705"/>
                      <a:pt x="31252" y="138417"/>
                    </a:cubicBezTo>
                    <a:lnTo>
                      <a:pt x="31252" y="106650"/>
                    </a:lnTo>
                    <a:cubicBezTo>
                      <a:pt x="22498" y="110792"/>
                      <a:pt x="12043" y="108355"/>
                      <a:pt x="6021" y="100769"/>
                    </a:cubicBezTo>
                    <a:cubicBezTo>
                      <a:pt x="0" y="93183"/>
                      <a:pt x="0" y="82448"/>
                      <a:pt x="6021" y="74862"/>
                    </a:cubicBezTo>
                    <a:cubicBezTo>
                      <a:pt x="12043" y="67276"/>
                      <a:pt x="22498" y="64839"/>
                      <a:pt x="31252" y="68981"/>
                    </a:cubicBezTo>
                    <a:lnTo>
                      <a:pt x="31252" y="37214"/>
                    </a:lnTo>
                    <a:cubicBezTo>
                      <a:pt x="31252" y="33926"/>
                      <a:pt x="33918" y="31261"/>
                      <a:pt x="37206" y="31261"/>
                    </a:cubicBezTo>
                    <a:lnTo>
                      <a:pt x="71950" y="31261"/>
                    </a:lnTo>
                    <a:cubicBezTo>
                      <a:pt x="67803" y="22506"/>
                      <a:pt x="70237" y="12048"/>
                      <a:pt x="77824" y="6024"/>
                    </a:cubicBezTo>
                    <a:cubicBezTo>
                      <a:pt x="85411" y="0"/>
                      <a:pt x="96149" y="0"/>
                      <a:pt x="103736" y="6024"/>
                    </a:cubicBezTo>
                    <a:cubicBezTo>
                      <a:pt x="111323" y="12048"/>
                      <a:pt x="113757" y="22506"/>
                      <a:pt x="109610" y="31261"/>
                    </a:cubicBezTo>
                    <a:lnTo>
                      <a:pt x="144362" y="31261"/>
                    </a:lnTo>
                    <a:cubicBezTo>
                      <a:pt x="147650" y="31261"/>
                      <a:pt x="150315" y="33926"/>
                      <a:pt x="150315" y="37214"/>
                    </a:cubicBezTo>
                    <a:lnTo>
                      <a:pt x="150315" y="68981"/>
                    </a:lnTo>
                    <a:cubicBezTo>
                      <a:pt x="142587" y="65325"/>
                      <a:pt x="133409" y="66761"/>
                      <a:pt x="127166" y="72603"/>
                    </a:cubicBezTo>
                    <a:cubicBezTo>
                      <a:pt x="120924" y="78445"/>
                      <a:pt x="118884" y="87507"/>
                      <a:pt x="122021" y="95461"/>
                    </a:cubicBezTo>
                    <a:cubicBezTo>
                      <a:pt x="125158" y="103414"/>
                      <a:pt x="132836" y="108644"/>
                      <a:pt x="141385" y="108652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15094" y="4658178"/>
                <a:ext cx="161195" cy="156710"/>
              </a:xfrm>
              <a:custGeom>
                <a:avLst/>
                <a:gdLst/>
                <a:ahLst/>
                <a:cxnLst/>
                <a:rect l="l" t="t" r="r" b="b"/>
                <a:pathLst>
                  <a:path w="161195" h="156710">
                    <a:moveTo>
                      <a:pt x="158418" y="107998"/>
                    </a:moveTo>
                    <a:cubicBezTo>
                      <a:pt x="156693" y="106910"/>
                      <a:pt x="154530" y="106781"/>
                      <a:pt x="152688" y="107656"/>
                    </a:cubicBezTo>
                    <a:cubicBezTo>
                      <a:pt x="146435" y="110614"/>
                      <a:pt x="138968" y="108872"/>
                      <a:pt x="134668" y="103454"/>
                    </a:cubicBezTo>
                    <a:cubicBezTo>
                      <a:pt x="130367" y="98036"/>
                      <a:pt x="130367" y="90369"/>
                      <a:pt x="134668" y="84950"/>
                    </a:cubicBezTo>
                    <a:cubicBezTo>
                      <a:pt x="138968" y="79532"/>
                      <a:pt x="146435" y="77791"/>
                      <a:pt x="152688" y="80748"/>
                    </a:cubicBezTo>
                    <a:cubicBezTo>
                      <a:pt x="154533" y="81623"/>
                      <a:pt x="156697" y="81492"/>
                      <a:pt x="158423" y="80401"/>
                    </a:cubicBezTo>
                    <a:cubicBezTo>
                      <a:pt x="160148" y="79309"/>
                      <a:pt x="161194" y="77410"/>
                      <a:pt x="161194" y="75368"/>
                    </a:cubicBezTo>
                    <a:lnTo>
                      <a:pt x="161194" y="43600"/>
                    </a:lnTo>
                    <a:cubicBezTo>
                      <a:pt x="161194" y="37025"/>
                      <a:pt x="155863" y="31694"/>
                      <a:pt x="149287" y="31694"/>
                    </a:cubicBezTo>
                    <a:lnTo>
                      <a:pt x="122334" y="31694"/>
                    </a:lnTo>
                    <a:cubicBezTo>
                      <a:pt x="122445" y="30706"/>
                      <a:pt x="122500" y="29712"/>
                      <a:pt x="122498" y="28718"/>
                    </a:cubicBezTo>
                    <a:cubicBezTo>
                      <a:pt x="122486" y="21321"/>
                      <a:pt x="119428" y="14256"/>
                      <a:pt x="114045" y="9184"/>
                    </a:cubicBezTo>
                    <a:cubicBezTo>
                      <a:pt x="106515" y="2112"/>
                      <a:pt x="95590" y="0"/>
                      <a:pt x="85966" y="3756"/>
                    </a:cubicBezTo>
                    <a:cubicBezTo>
                      <a:pt x="76343" y="7511"/>
                      <a:pt x="69736" y="16465"/>
                      <a:pt x="68987" y="26768"/>
                    </a:cubicBezTo>
                    <a:cubicBezTo>
                      <a:pt x="68873" y="28410"/>
                      <a:pt x="68908" y="30059"/>
                      <a:pt x="69091" y="31694"/>
                    </a:cubicBezTo>
                    <a:lnTo>
                      <a:pt x="42131" y="31694"/>
                    </a:lnTo>
                    <a:cubicBezTo>
                      <a:pt x="38973" y="31694"/>
                      <a:pt x="35945" y="32949"/>
                      <a:pt x="33712" y="35181"/>
                    </a:cubicBezTo>
                    <a:cubicBezTo>
                      <a:pt x="31479" y="37414"/>
                      <a:pt x="30225" y="40443"/>
                      <a:pt x="30225" y="43600"/>
                    </a:cubicBezTo>
                    <a:lnTo>
                      <a:pt x="30225" y="67577"/>
                    </a:lnTo>
                    <a:cubicBezTo>
                      <a:pt x="29236" y="67466"/>
                      <a:pt x="28243" y="67411"/>
                      <a:pt x="27248" y="67413"/>
                    </a:cubicBezTo>
                    <a:cubicBezTo>
                      <a:pt x="19854" y="67425"/>
                      <a:pt x="12791" y="70483"/>
                      <a:pt x="7722" y="75866"/>
                    </a:cubicBezTo>
                    <a:cubicBezTo>
                      <a:pt x="2615" y="81261"/>
                      <a:pt x="0" y="88547"/>
                      <a:pt x="511" y="95958"/>
                    </a:cubicBezTo>
                    <a:cubicBezTo>
                      <a:pt x="1393" y="109303"/>
                      <a:pt x="11962" y="119964"/>
                      <a:pt x="25299" y="120961"/>
                    </a:cubicBezTo>
                    <a:cubicBezTo>
                      <a:pt x="26940" y="121076"/>
                      <a:pt x="28589" y="121041"/>
                      <a:pt x="30225" y="120857"/>
                    </a:cubicBezTo>
                    <a:lnTo>
                      <a:pt x="30225" y="144804"/>
                    </a:lnTo>
                    <a:cubicBezTo>
                      <a:pt x="30225" y="151379"/>
                      <a:pt x="35555" y="156710"/>
                      <a:pt x="42131" y="156710"/>
                    </a:cubicBezTo>
                    <a:lnTo>
                      <a:pt x="149287" y="156710"/>
                    </a:lnTo>
                    <a:cubicBezTo>
                      <a:pt x="155863" y="156710"/>
                      <a:pt x="161194" y="151379"/>
                      <a:pt x="161194" y="144804"/>
                    </a:cubicBezTo>
                    <a:lnTo>
                      <a:pt x="161194" y="113036"/>
                    </a:lnTo>
                    <a:cubicBezTo>
                      <a:pt x="161195" y="110992"/>
                      <a:pt x="160147" y="109090"/>
                      <a:pt x="158418" y="107998"/>
                    </a:cubicBezTo>
                    <a:close/>
                    <a:moveTo>
                      <a:pt x="149287" y="144804"/>
                    </a:moveTo>
                    <a:lnTo>
                      <a:pt x="42131" y="144804"/>
                    </a:lnTo>
                    <a:lnTo>
                      <a:pt x="42131" y="113036"/>
                    </a:lnTo>
                    <a:cubicBezTo>
                      <a:pt x="42132" y="110994"/>
                      <a:pt x="41086" y="109095"/>
                      <a:pt x="39360" y="108003"/>
                    </a:cubicBezTo>
                    <a:cubicBezTo>
                      <a:pt x="37635" y="106912"/>
                      <a:pt x="35470" y="106781"/>
                      <a:pt x="33625" y="107656"/>
                    </a:cubicBezTo>
                    <a:cubicBezTo>
                      <a:pt x="27372" y="110614"/>
                      <a:pt x="19905" y="108872"/>
                      <a:pt x="15605" y="103454"/>
                    </a:cubicBezTo>
                    <a:cubicBezTo>
                      <a:pt x="11305" y="98036"/>
                      <a:pt x="11305" y="90369"/>
                      <a:pt x="15605" y="84950"/>
                    </a:cubicBezTo>
                    <a:cubicBezTo>
                      <a:pt x="19905" y="79532"/>
                      <a:pt x="27372" y="77791"/>
                      <a:pt x="33625" y="80748"/>
                    </a:cubicBezTo>
                    <a:cubicBezTo>
                      <a:pt x="35470" y="81623"/>
                      <a:pt x="37635" y="81492"/>
                      <a:pt x="39360" y="80401"/>
                    </a:cubicBezTo>
                    <a:cubicBezTo>
                      <a:pt x="41086" y="79309"/>
                      <a:pt x="42132" y="77410"/>
                      <a:pt x="42131" y="75368"/>
                    </a:cubicBezTo>
                    <a:lnTo>
                      <a:pt x="42131" y="43600"/>
                    </a:lnTo>
                    <a:lnTo>
                      <a:pt x="76875" y="43600"/>
                    </a:lnTo>
                    <a:cubicBezTo>
                      <a:pt x="78917" y="43601"/>
                      <a:pt x="80816" y="42555"/>
                      <a:pt x="81908" y="40830"/>
                    </a:cubicBezTo>
                    <a:cubicBezTo>
                      <a:pt x="82999" y="39104"/>
                      <a:pt x="83131" y="36940"/>
                      <a:pt x="82255" y="35095"/>
                    </a:cubicBezTo>
                    <a:cubicBezTo>
                      <a:pt x="79298" y="28842"/>
                      <a:pt x="81039" y="21375"/>
                      <a:pt x="86457" y="17074"/>
                    </a:cubicBezTo>
                    <a:cubicBezTo>
                      <a:pt x="91876" y="12774"/>
                      <a:pt x="99543" y="12774"/>
                      <a:pt x="104961" y="17074"/>
                    </a:cubicBezTo>
                    <a:cubicBezTo>
                      <a:pt x="110380" y="21375"/>
                      <a:pt x="112121" y="28842"/>
                      <a:pt x="109163" y="35095"/>
                    </a:cubicBezTo>
                    <a:cubicBezTo>
                      <a:pt x="108288" y="36940"/>
                      <a:pt x="108419" y="39104"/>
                      <a:pt x="109510" y="40830"/>
                    </a:cubicBezTo>
                    <a:cubicBezTo>
                      <a:pt x="110602" y="42555"/>
                      <a:pt x="112502" y="43601"/>
                      <a:pt x="114543" y="43600"/>
                    </a:cubicBezTo>
                    <a:lnTo>
                      <a:pt x="149287" y="43600"/>
                    </a:lnTo>
                    <a:lnTo>
                      <a:pt x="149287" y="67584"/>
                    </a:lnTo>
                    <a:cubicBezTo>
                      <a:pt x="147652" y="67397"/>
                      <a:pt x="146003" y="67362"/>
                      <a:pt x="144361" y="67480"/>
                    </a:cubicBezTo>
                    <a:cubicBezTo>
                      <a:pt x="129959" y="68500"/>
                      <a:pt x="118956" y="80749"/>
                      <a:pt x="119482" y="95177"/>
                    </a:cubicBezTo>
                    <a:cubicBezTo>
                      <a:pt x="120008" y="109606"/>
                      <a:pt x="131873" y="121022"/>
                      <a:pt x="146311" y="120991"/>
                    </a:cubicBezTo>
                    <a:cubicBezTo>
                      <a:pt x="147305" y="120993"/>
                      <a:pt x="148299" y="120938"/>
                      <a:pt x="149287" y="120827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79158" y="4662964"/>
              <a:ext cx="65871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字段 snake_case；</a:t>
              </a:r>
              <a:r>
                <a:rPr lang="zh-CN" sz="1275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platform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用 </a:t>
              </a:r>
              <a:r>
                <a:rPr lang="zh-CN" sz="1275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z.enum(COLLECTION_PLATFORMS)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收窄取值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633412" y="4991695"/>
              <a:ext cx="142875" cy="113109"/>
              <a:chOff x="633412" y="4991695"/>
              <a:chExt cx="142875" cy="113109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42342" y="5000625"/>
                <a:ext cx="12799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992" h="95250">
                    <a:moveTo>
                      <a:pt x="127992" y="0"/>
                    </a:moveTo>
                    <a:lnTo>
                      <a:pt x="127992" y="95250"/>
                    </a:lnTo>
                    <a:lnTo>
                      <a:pt x="0" y="952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33412" y="4991695"/>
                <a:ext cx="142875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3109">
                    <a:moveTo>
                      <a:pt x="35719" y="8930"/>
                    </a:moveTo>
                    <a:cubicBezTo>
                      <a:pt x="35719" y="5642"/>
                      <a:pt x="38384" y="2977"/>
                      <a:pt x="41672" y="2977"/>
                    </a:cubicBezTo>
                    <a:lnTo>
                      <a:pt x="136922" y="2977"/>
                    </a:lnTo>
                    <a:cubicBezTo>
                      <a:pt x="140210" y="2977"/>
                      <a:pt x="142875" y="5642"/>
                      <a:pt x="142875" y="8930"/>
                    </a:cubicBezTo>
                    <a:cubicBezTo>
                      <a:pt x="142875" y="12218"/>
                      <a:pt x="140210" y="14883"/>
                      <a:pt x="136922" y="14883"/>
                    </a:cubicBezTo>
                    <a:lnTo>
                      <a:pt x="41672" y="14883"/>
                    </a:lnTo>
                    <a:cubicBezTo>
                      <a:pt x="38384" y="14883"/>
                      <a:pt x="35719" y="12218"/>
                      <a:pt x="35719" y="8930"/>
                    </a:cubicBezTo>
                    <a:close/>
                    <a:moveTo>
                      <a:pt x="136922" y="50602"/>
                    </a:moveTo>
                    <a:lnTo>
                      <a:pt x="41672" y="50602"/>
                    </a:lnTo>
                    <a:cubicBezTo>
                      <a:pt x="38384" y="50602"/>
                      <a:pt x="35719" y="53267"/>
                      <a:pt x="35719" y="56555"/>
                    </a:cubicBezTo>
                    <a:cubicBezTo>
                      <a:pt x="35719" y="59843"/>
                      <a:pt x="38384" y="62508"/>
                      <a:pt x="41672" y="62508"/>
                    </a:cubicBezTo>
                    <a:lnTo>
                      <a:pt x="136922" y="62508"/>
                    </a:lnTo>
                    <a:cubicBezTo>
                      <a:pt x="140210" y="62508"/>
                      <a:pt x="142875" y="59843"/>
                      <a:pt x="142875" y="56555"/>
                    </a:cubicBezTo>
                    <a:cubicBezTo>
                      <a:pt x="142875" y="53267"/>
                      <a:pt x="140210" y="50602"/>
                      <a:pt x="136922" y="50602"/>
                    </a:cubicBezTo>
                    <a:close/>
                    <a:moveTo>
                      <a:pt x="136922" y="98227"/>
                    </a:moveTo>
                    <a:lnTo>
                      <a:pt x="41672" y="98227"/>
                    </a:lnTo>
                    <a:cubicBezTo>
                      <a:pt x="38384" y="98227"/>
                      <a:pt x="35719" y="100892"/>
                      <a:pt x="35719" y="104180"/>
                    </a:cubicBezTo>
                    <a:cubicBezTo>
                      <a:pt x="35719" y="107468"/>
                      <a:pt x="38384" y="110133"/>
                      <a:pt x="41672" y="110133"/>
                    </a:cubicBezTo>
                    <a:lnTo>
                      <a:pt x="136922" y="110133"/>
                    </a:lnTo>
                    <a:cubicBezTo>
                      <a:pt x="140210" y="110133"/>
                      <a:pt x="142875" y="107468"/>
                      <a:pt x="142875" y="104180"/>
                    </a:cubicBezTo>
                    <a:cubicBezTo>
                      <a:pt x="142875" y="100892"/>
                      <a:pt x="140210" y="98227"/>
                      <a:pt x="136922" y="98227"/>
                    </a:cubicBezTo>
                    <a:close/>
                    <a:moveTo>
                      <a:pt x="8930" y="0"/>
                    </a:moveTo>
                    <a:cubicBezTo>
                      <a:pt x="3998" y="0"/>
                      <a:pt x="0" y="3998"/>
                      <a:pt x="0" y="8930"/>
                    </a:cubicBezTo>
                    <a:cubicBezTo>
                      <a:pt x="0" y="13861"/>
                      <a:pt x="3998" y="17859"/>
                      <a:pt x="8930" y="17859"/>
                    </a:cubicBezTo>
                    <a:cubicBezTo>
                      <a:pt x="13861" y="17859"/>
                      <a:pt x="17859" y="13861"/>
                      <a:pt x="17859" y="8930"/>
                    </a:cubicBezTo>
                    <a:cubicBezTo>
                      <a:pt x="17859" y="3998"/>
                      <a:pt x="13861" y="0"/>
                      <a:pt x="8930" y="0"/>
                    </a:cubicBezTo>
                    <a:close/>
                    <a:moveTo>
                      <a:pt x="8930" y="47625"/>
                    </a:moveTo>
                    <a:cubicBezTo>
                      <a:pt x="3998" y="47625"/>
                      <a:pt x="0" y="51623"/>
                      <a:pt x="0" y="56555"/>
                    </a:cubicBezTo>
                    <a:cubicBezTo>
                      <a:pt x="0" y="61486"/>
                      <a:pt x="3998" y="65484"/>
                      <a:pt x="8930" y="65484"/>
                    </a:cubicBezTo>
                    <a:cubicBezTo>
                      <a:pt x="13861" y="65484"/>
                      <a:pt x="17859" y="61486"/>
                      <a:pt x="17859" y="56555"/>
                    </a:cubicBezTo>
                    <a:cubicBezTo>
                      <a:pt x="17859" y="51623"/>
                      <a:pt x="13861" y="47625"/>
                      <a:pt x="8930" y="47625"/>
                    </a:cubicBezTo>
                    <a:close/>
                    <a:moveTo>
                      <a:pt x="8930" y="95250"/>
                    </a:moveTo>
                    <a:cubicBezTo>
                      <a:pt x="3998" y="95250"/>
                      <a:pt x="0" y="99248"/>
                      <a:pt x="0" y="104180"/>
                    </a:cubicBezTo>
                    <a:cubicBezTo>
                      <a:pt x="0" y="109111"/>
                      <a:pt x="3998" y="113109"/>
                      <a:pt x="8930" y="113109"/>
                    </a:cubicBezTo>
                    <a:cubicBezTo>
                      <a:pt x="13861" y="113109"/>
                      <a:pt x="17859" y="109111"/>
                      <a:pt x="17859" y="104180"/>
                    </a:cubicBezTo>
                    <a:cubicBezTo>
                      <a:pt x="17859" y="99248"/>
                      <a:pt x="13861" y="95250"/>
                      <a:pt x="8930" y="95250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879158" y="4967764"/>
              <a:ext cx="51905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返回值把关键字段拍平到顶层，模型不必在嵌套 JSON 里找 url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615555" y="5281431"/>
              <a:ext cx="178590" cy="143057"/>
              <a:chOff x="615555" y="5281431"/>
              <a:chExt cx="178590" cy="143057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21506" y="5323284"/>
                <a:ext cx="16668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59531">
                    <a:moveTo>
                      <a:pt x="166688" y="29766"/>
                    </a:moveTo>
                    <a:lnTo>
                      <a:pt x="130969" y="59531"/>
                    </a:lnTo>
                    <a:lnTo>
                      <a:pt x="35719" y="59531"/>
                    </a:lnTo>
                    <a:lnTo>
                      <a:pt x="0" y="29766"/>
                    </a:lnTo>
                    <a:lnTo>
                      <a:pt x="35719" y="0"/>
                    </a:lnTo>
                    <a:lnTo>
                      <a:pt x="130969" y="0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15555" y="5281431"/>
                <a:ext cx="178590" cy="143057"/>
              </a:xfrm>
              <a:custGeom>
                <a:avLst/>
                <a:gdLst/>
                <a:ahLst/>
                <a:cxnLst/>
                <a:rect l="l" t="t" r="r" b="b"/>
                <a:pathLst>
                  <a:path w="178590" h="143057">
                    <a:moveTo>
                      <a:pt x="45480" y="46430"/>
                    </a:moveTo>
                    <a:lnTo>
                      <a:pt x="15253" y="71619"/>
                    </a:lnTo>
                    <a:lnTo>
                      <a:pt x="45480" y="96808"/>
                    </a:lnTo>
                    <a:cubicBezTo>
                      <a:pt x="47162" y="98155"/>
                      <a:pt x="47985" y="100305"/>
                      <a:pt x="47632" y="102431"/>
                    </a:cubicBezTo>
                    <a:cubicBezTo>
                      <a:pt x="47280" y="104556"/>
                      <a:pt x="45806" y="106325"/>
                      <a:pt x="43779" y="107056"/>
                    </a:cubicBezTo>
                    <a:cubicBezTo>
                      <a:pt x="41752" y="107787"/>
                      <a:pt x="39488" y="107365"/>
                      <a:pt x="37860" y="105954"/>
                    </a:cubicBezTo>
                    <a:lnTo>
                      <a:pt x="2141" y="76188"/>
                    </a:lnTo>
                    <a:cubicBezTo>
                      <a:pt x="784" y="75057"/>
                      <a:pt x="0" y="73382"/>
                      <a:pt x="0" y="71615"/>
                    </a:cubicBezTo>
                    <a:cubicBezTo>
                      <a:pt x="0" y="69849"/>
                      <a:pt x="784" y="68174"/>
                      <a:pt x="2141" y="67043"/>
                    </a:cubicBezTo>
                    <a:lnTo>
                      <a:pt x="37860" y="37277"/>
                    </a:lnTo>
                    <a:cubicBezTo>
                      <a:pt x="40388" y="35173"/>
                      <a:pt x="44142" y="35516"/>
                      <a:pt x="46247" y="38044"/>
                    </a:cubicBezTo>
                    <a:cubicBezTo>
                      <a:pt x="48351" y="40571"/>
                      <a:pt x="48008" y="44326"/>
                      <a:pt x="45480" y="46430"/>
                    </a:cubicBezTo>
                    <a:close/>
                    <a:moveTo>
                      <a:pt x="176449" y="67043"/>
                    </a:moveTo>
                    <a:lnTo>
                      <a:pt x="140730" y="37277"/>
                    </a:lnTo>
                    <a:cubicBezTo>
                      <a:pt x="138203" y="35173"/>
                      <a:pt x="134448" y="35516"/>
                      <a:pt x="132344" y="38044"/>
                    </a:cubicBezTo>
                    <a:cubicBezTo>
                      <a:pt x="130239" y="40571"/>
                      <a:pt x="130583" y="44326"/>
                      <a:pt x="133110" y="46430"/>
                    </a:cubicBezTo>
                    <a:lnTo>
                      <a:pt x="163337" y="71619"/>
                    </a:lnTo>
                    <a:lnTo>
                      <a:pt x="133110" y="96808"/>
                    </a:lnTo>
                    <a:cubicBezTo>
                      <a:pt x="131428" y="98155"/>
                      <a:pt x="130605" y="100305"/>
                      <a:pt x="130958" y="102431"/>
                    </a:cubicBezTo>
                    <a:cubicBezTo>
                      <a:pt x="131311" y="104556"/>
                      <a:pt x="132785" y="106325"/>
                      <a:pt x="134811" y="107056"/>
                    </a:cubicBezTo>
                    <a:cubicBezTo>
                      <a:pt x="136838" y="107787"/>
                      <a:pt x="139102" y="107365"/>
                      <a:pt x="140730" y="105954"/>
                    </a:cubicBezTo>
                    <a:lnTo>
                      <a:pt x="176449" y="76188"/>
                    </a:lnTo>
                    <a:cubicBezTo>
                      <a:pt x="177806" y="75057"/>
                      <a:pt x="178590" y="73382"/>
                      <a:pt x="178590" y="71615"/>
                    </a:cubicBezTo>
                    <a:cubicBezTo>
                      <a:pt x="178590" y="69849"/>
                      <a:pt x="177806" y="68174"/>
                      <a:pt x="176449" y="67043"/>
                    </a:cubicBezTo>
                    <a:close/>
                    <a:moveTo>
                      <a:pt x="115139" y="539"/>
                    </a:moveTo>
                    <a:cubicBezTo>
                      <a:pt x="113655" y="0"/>
                      <a:pt x="112018" y="73"/>
                      <a:pt x="110587" y="741"/>
                    </a:cubicBezTo>
                    <a:cubicBezTo>
                      <a:pt x="109157" y="1410"/>
                      <a:pt x="108050" y="2619"/>
                      <a:pt x="107512" y="4103"/>
                    </a:cubicBezTo>
                    <a:lnTo>
                      <a:pt x="59887" y="135072"/>
                    </a:lnTo>
                    <a:cubicBezTo>
                      <a:pt x="59346" y="136557"/>
                      <a:pt x="59417" y="138196"/>
                      <a:pt x="60086" y="139629"/>
                    </a:cubicBezTo>
                    <a:cubicBezTo>
                      <a:pt x="60754" y="141061"/>
                      <a:pt x="61965" y="142168"/>
                      <a:pt x="63451" y="142707"/>
                    </a:cubicBezTo>
                    <a:cubicBezTo>
                      <a:pt x="64103" y="142939"/>
                      <a:pt x="64790" y="143057"/>
                      <a:pt x="65483" y="143057"/>
                    </a:cubicBezTo>
                    <a:cubicBezTo>
                      <a:pt x="67987" y="143057"/>
                      <a:pt x="70224" y="141489"/>
                      <a:pt x="71079" y="139135"/>
                    </a:cubicBezTo>
                    <a:lnTo>
                      <a:pt x="118704" y="8166"/>
                    </a:lnTo>
                    <a:cubicBezTo>
                      <a:pt x="119242" y="6682"/>
                      <a:pt x="119170" y="5045"/>
                      <a:pt x="118501" y="3614"/>
                    </a:cubicBezTo>
                    <a:cubicBezTo>
                      <a:pt x="117833" y="2184"/>
                      <a:pt x="116623" y="1078"/>
                      <a:pt x="115139" y="539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79158" y="5272564"/>
              <a:ext cx="65405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.describe()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放在 z.object 链尾，写清每个参数的语义与"不确定时省略"策略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620702" y="5580459"/>
              <a:ext cx="168292" cy="148897"/>
              <a:chOff x="620702" y="5580459"/>
              <a:chExt cx="168292" cy="14889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24483" y="5584344"/>
                <a:ext cx="160734" cy="138991"/>
              </a:xfrm>
              <a:custGeom>
                <a:avLst/>
                <a:gdLst/>
                <a:ahLst/>
                <a:cxnLst/>
                <a:rect l="l" t="t" r="r" b="b"/>
                <a:pathLst>
                  <a:path w="160734" h="138991">
                    <a:moveTo>
                      <a:pt x="145450" y="138991"/>
                    </a:moveTo>
                    <a:lnTo>
                      <a:pt x="15285" y="138991"/>
                    </a:lnTo>
                    <a:cubicBezTo>
                      <a:pt x="5894" y="138991"/>
                      <a:pt x="0" y="129160"/>
                      <a:pt x="4562" y="121198"/>
                    </a:cubicBezTo>
                    <a:lnTo>
                      <a:pt x="69644" y="8186"/>
                    </a:lnTo>
                    <a:cubicBezTo>
                      <a:pt x="74332" y="0"/>
                      <a:pt x="86402" y="0"/>
                      <a:pt x="91090" y="8186"/>
                    </a:cubicBezTo>
                    <a:lnTo>
                      <a:pt x="156173" y="121198"/>
                    </a:lnTo>
                    <a:cubicBezTo>
                      <a:pt x="160734" y="129160"/>
                      <a:pt x="154841" y="138991"/>
                      <a:pt x="145450" y="138991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20702" y="5580459"/>
                <a:ext cx="168292" cy="148897"/>
              </a:xfrm>
              <a:custGeom>
                <a:avLst/>
                <a:gdLst/>
                <a:ahLst/>
                <a:cxnLst/>
                <a:rect l="l" t="t" r="r" b="b"/>
                <a:pathLst>
                  <a:path w="168292" h="148897">
                    <a:moveTo>
                      <a:pt x="165111" y="122107"/>
                    </a:moveTo>
                    <a:lnTo>
                      <a:pt x="100036" y="9094"/>
                    </a:lnTo>
                    <a:lnTo>
                      <a:pt x="100036" y="9094"/>
                    </a:lnTo>
                    <a:cubicBezTo>
                      <a:pt x="96727" y="3460"/>
                      <a:pt x="90682" y="0"/>
                      <a:pt x="84148" y="0"/>
                    </a:cubicBezTo>
                    <a:cubicBezTo>
                      <a:pt x="77615" y="0"/>
                      <a:pt x="71570" y="3460"/>
                      <a:pt x="68261" y="9094"/>
                    </a:cubicBezTo>
                    <a:lnTo>
                      <a:pt x="3186" y="122107"/>
                    </a:lnTo>
                    <a:cubicBezTo>
                      <a:pt x="0" y="127559"/>
                      <a:pt x="0" y="134305"/>
                      <a:pt x="3186" y="139758"/>
                    </a:cubicBezTo>
                    <a:cubicBezTo>
                      <a:pt x="6454" y="145429"/>
                      <a:pt x="12528" y="148897"/>
                      <a:pt x="19073" y="148829"/>
                    </a:cubicBezTo>
                    <a:lnTo>
                      <a:pt x="149223" y="148829"/>
                    </a:lnTo>
                    <a:cubicBezTo>
                      <a:pt x="155763" y="148891"/>
                      <a:pt x="161830" y="145424"/>
                      <a:pt x="165096" y="139758"/>
                    </a:cubicBezTo>
                    <a:cubicBezTo>
                      <a:pt x="168286" y="134308"/>
                      <a:pt x="168292" y="127562"/>
                      <a:pt x="165111" y="122107"/>
                    </a:cubicBezTo>
                    <a:close/>
                    <a:moveTo>
                      <a:pt x="154789" y="133797"/>
                    </a:moveTo>
                    <a:cubicBezTo>
                      <a:pt x="153634" y="135767"/>
                      <a:pt x="151507" y="136962"/>
                      <a:pt x="149223" y="136922"/>
                    </a:cubicBezTo>
                    <a:lnTo>
                      <a:pt x="19073" y="136922"/>
                    </a:lnTo>
                    <a:cubicBezTo>
                      <a:pt x="16789" y="136962"/>
                      <a:pt x="14662" y="135767"/>
                      <a:pt x="13507" y="133797"/>
                    </a:cubicBezTo>
                    <a:cubicBezTo>
                      <a:pt x="12460" y="132025"/>
                      <a:pt x="12460" y="129824"/>
                      <a:pt x="13507" y="128052"/>
                    </a:cubicBezTo>
                    <a:lnTo>
                      <a:pt x="78582" y="15040"/>
                    </a:lnTo>
                    <a:cubicBezTo>
                      <a:pt x="79759" y="13081"/>
                      <a:pt x="81877" y="11882"/>
                      <a:pt x="84163" y="11882"/>
                    </a:cubicBezTo>
                    <a:cubicBezTo>
                      <a:pt x="86449" y="11882"/>
                      <a:pt x="88567" y="13081"/>
                      <a:pt x="89744" y="15040"/>
                    </a:cubicBezTo>
                    <a:lnTo>
                      <a:pt x="154819" y="128052"/>
                    </a:lnTo>
                    <a:cubicBezTo>
                      <a:pt x="155857" y="129830"/>
                      <a:pt x="155845" y="132030"/>
                      <a:pt x="154789" y="133797"/>
                    </a:cubicBezTo>
                    <a:close/>
                    <a:moveTo>
                      <a:pt x="78195" y="89297"/>
                    </a:moveTo>
                    <a:lnTo>
                      <a:pt x="78195" y="59532"/>
                    </a:lnTo>
                    <a:cubicBezTo>
                      <a:pt x="78195" y="56244"/>
                      <a:pt x="80860" y="53579"/>
                      <a:pt x="84148" y="53579"/>
                    </a:cubicBezTo>
                    <a:cubicBezTo>
                      <a:pt x="87436" y="53579"/>
                      <a:pt x="90101" y="56244"/>
                      <a:pt x="90101" y="59532"/>
                    </a:cubicBezTo>
                    <a:lnTo>
                      <a:pt x="90101" y="89297"/>
                    </a:lnTo>
                    <a:cubicBezTo>
                      <a:pt x="90101" y="92585"/>
                      <a:pt x="87436" y="95250"/>
                      <a:pt x="84148" y="95250"/>
                    </a:cubicBezTo>
                    <a:cubicBezTo>
                      <a:pt x="80860" y="95250"/>
                      <a:pt x="78195" y="92585"/>
                      <a:pt x="78195" y="89297"/>
                    </a:cubicBezTo>
                    <a:close/>
                    <a:moveTo>
                      <a:pt x="93078" y="116086"/>
                    </a:moveTo>
                    <a:cubicBezTo>
                      <a:pt x="93078" y="121018"/>
                      <a:pt x="89080" y="125016"/>
                      <a:pt x="84148" y="125016"/>
                    </a:cubicBezTo>
                    <a:cubicBezTo>
                      <a:pt x="79216" y="125016"/>
                      <a:pt x="75218" y="121018"/>
                      <a:pt x="75218" y="116086"/>
                    </a:cubicBezTo>
                    <a:cubicBezTo>
                      <a:pt x="75218" y="111155"/>
                      <a:pt x="79216" y="107157"/>
                      <a:pt x="84148" y="107157"/>
                    </a:cubicBezTo>
                    <a:cubicBezTo>
                      <a:pt x="89080" y="107157"/>
                      <a:pt x="93078" y="111155"/>
                      <a:pt x="93078" y="116086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79158" y="5577364"/>
              <a:ext cx="68757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执行时缺少 db 直接抛错（fail loud），绝不静默返回空结果让模型误以为"没找到"</a:t>
              </a:r>
            </a:p>
          </p:txBody>
        </p:sp>
        <p:grpSp>
          <p:nvGrpSpPr>
            <p:cNvPr id="78" name="Group 78"/>
            <p:cNvGrpSpPr/>
            <p:nvPr/>
          </p:nvGrpSpPr>
          <p:grpSpPr>
            <a:xfrm>
              <a:off x="621506" y="5879306"/>
              <a:ext cx="166688" cy="166688"/>
              <a:chOff x="621506" y="5879306"/>
              <a:chExt cx="166688" cy="166688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27459" y="5885259"/>
                <a:ext cx="154781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54781">
                    <a:moveTo>
                      <a:pt x="154781" y="77391"/>
                    </a:moveTo>
                    <a:cubicBezTo>
                      <a:pt x="154781" y="86700"/>
                      <a:pt x="141521" y="93725"/>
                      <a:pt x="137904" y="102461"/>
                    </a:cubicBezTo>
                    <a:cubicBezTo>
                      <a:pt x="134422" y="110884"/>
                      <a:pt x="138961" y="125269"/>
                      <a:pt x="132115" y="132115"/>
                    </a:cubicBezTo>
                    <a:cubicBezTo>
                      <a:pt x="125269" y="138961"/>
                      <a:pt x="110884" y="134422"/>
                      <a:pt x="102461" y="137904"/>
                    </a:cubicBezTo>
                    <a:cubicBezTo>
                      <a:pt x="93762" y="141521"/>
                      <a:pt x="86692" y="154781"/>
                      <a:pt x="77391" y="154781"/>
                    </a:cubicBezTo>
                    <a:cubicBezTo>
                      <a:pt x="68089" y="154781"/>
                      <a:pt x="61020" y="141521"/>
                      <a:pt x="52321" y="137904"/>
                    </a:cubicBezTo>
                    <a:cubicBezTo>
                      <a:pt x="43897" y="134422"/>
                      <a:pt x="29513" y="138961"/>
                      <a:pt x="22667" y="132115"/>
                    </a:cubicBezTo>
                    <a:cubicBezTo>
                      <a:pt x="15820" y="125269"/>
                      <a:pt x="20360" y="110884"/>
                      <a:pt x="16877" y="102461"/>
                    </a:cubicBezTo>
                    <a:cubicBezTo>
                      <a:pt x="13261" y="93762"/>
                      <a:pt x="0" y="86692"/>
                      <a:pt x="0" y="77391"/>
                    </a:cubicBezTo>
                    <a:cubicBezTo>
                      <a:pt x="0" y="68089"/>
                      <a:pt x="13261" y="61020"/>
                      <a:pt x="16877" y="52321"/>
                    </a:cubicBezTo>
                    <a:cubicBezTo>
                      <a:pt x="20360" y="43904"/>
                      <a:pt x="15820" y="29513"/>
                      <a:pt x="22667" y="22667"/>
                    </a:cubicBezTo>
                    <a:cubicBezTo>
                      <a:pt x="29513" y="15820"/>
                      <a:pt x="43904" y="20360"/>
                      <a:pt x="52321" y="16877"/>
                    </a:cubicBezTo>
                    <a:cubicBezTo>
                      <a:pt x="61057" y="13261"/>
                      <a:pt x="68089" y="0"/>
                      <a:pt x="77391" y="0"/>
                    </a:cubicBezTo>
                    <a:cubicBezTo>
                      <a:pt x="86692" y="0"/>
                      <a:pt x="93762" y="13261"/>
                      <a:pt x="102461" y="16877"/>
                    </a:cubicBezTo>
                    <a:cubicBezTo>
                      <a:pt x="110884" y="20360"/>
                      <a:pt x="125269" y="15820"/>
                      <a:pt x="132115" y="22667"/>
                    </a:cubicBezTo>
                    <a:cubicBezTo>
                      <a:pt x="138961" y="29513"/>
                      <a:pt x="134422" y="43897"/>
                      <a:pt x="137904" y="52321"/>
                    </a:cubicBezTo>
                    <a:cubicBezTo>
                      <a:pt x="141521" y="61057"/>
                      <a:pt x="154781" y="68089"/>
                      <a:pt x="154781" y="77391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21506" y="5879306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156165" y="64606"/>
                    </a:moveTo>
                    <a:cubicBezTo>
                      <a:pt x="153360" y="61674"/>
                      <a:pt x="150458" y="58653"/>
                      <a:pt x="149364" y="55997"/>
                    </a:cubicBezTo>
                    <a:cubicBezTo>
                      <a:pt x="148352" y="53563"/>
                      <a:pt x="148292" y="49530"/>
                      <a:pt x="148233" y="45623"/>
                    </a:cubicBezTo>
                    <a:cubicBezTo>
                      <a:pt x="148121" y="38360"/>
                      <a:pt x="148002" y="30130"/>
                      <a:pt x="142280" y="24408"/>
                    </a:cubicBezTo>
                    <a:cubicBezTo>
                      <a:pt x="136557" y="18685"/>
                      <a:pt x="128327" y="18566"/>
                      <a:pt x="121064" y="18455"/>
                    </a:cubicBezTo>
                    <a:cubicBezTo>
                      <a:pt x="117157" y="18395"/>
                      <a:pt x="113124" y="18336"/>
                      <a:pt x="110691" y="17324"/>
                    </a:cubicBezTo>
                    <a:cubicBezTo>
                      <a:pt x="108042" y="16230"/>
                      <a:pt x="105013" y="13328"/>
                      <a:pt x="102081" y="10522"/>
                    </a:cubicBezTo>
                    <a:cubicBezTo>
                      <a:pt x="96947" y="5588"/>
                      <a:pt x="91113" y="0"/>
                      <a:pt x="83344" y="0"/>
                    </a:cubicBezTo>
                    <a:cubicBezTo>
                      <a:pt x="75575" y="0"/>
                      <a:pt x="69748" y="5588"/>
                      <a:pt x="64606" y="10522"/>
                    </a:cubicBezTo>
                    <a:cubicBezTo>
                      <a:pt x="61674" y="13328"/>
                      <a:pt x="58653" y="16230"/>
                      <a:pt x="55997" y="17324"/>
                    </a:cubicBezTo>
                    <a:cubicBezTo>
                      <a:pt x="53578" y="18336"/>
                      <a:pt x="49530" y="18395"/>
                      <a:pt x="45623" y="18455"/>
                    </a:cubicBezTo>
                    <a:cubicBezTo>
                      <a:pt x="38360" y="18566"/>
                      <a:pt x="30130" y="18685"/>
                      <a:pt x="24408" y="24408"/>
                    </a:cubicBezTo>
                    <a:cubicBezTo>
                      <a:pt x="18685" y="30130"/>
                      <a:pt x="18604" y="38360"/>
                      <a:pt x="18455" y="45623"/>
                    </a:cubicBezTo>
                    <a:cubicBezTo>
                      <a:pt x="18395" y="49530"/>
                      <a:pt x="18336" y="53563"/>
                      <a:pt x="17324" y="55997"/>
                    </a:cubicBezTo>
                    <a:cubicBezTo>
                      <a:pt x="16230" y="58646"/>
                      <a:pt x="13328" y="61674"/>
                      <a:pt x="10522" y="64606"/>
                    </a:cubicBezTo>
                    <a:cubicBezTo>
                      <a:pt x="5588" y="69741"/>
                      <a:pt x="0" y="75575"/>
                      <a:pt x="0" y="83344"/>
                    </a:cubicBezTo>
                    <a:cubicBezTo>
                      <a:pt x="0" y="91113"/>
                      <a:pt x="5588" y="96939"/>
                      <a:pt x="10522" y="102081"/>
                    </a:cubicBezTo>
                    <a:cubicBezTo>
                      <a:pt x="13328" y="105013"/>
                      <a:pt x="16230" y="108034"/>
                      <a:pt x="17324" y="110691"/>
                    </a:cubicBezTo>
                    <a:cubicBezTo>
                      <a:pt x="18336" y="113124"/>
                      <a:pt x="18395" y="117157"/>
                      <a:pt x="18455" y="121064"/>
                    </a:cubicBezTo>
                    <a:cubicBezTo>
                      <a:pt x="18566" y="128327"/>
                      <a:pt x="18685" y="136557"/>
                      <a:pt x="24408" y="142280"/>
                    </a:cubicBezTo>
                    <a:cubicBezTo>
                      <a:pt x="30130" y="148002"/>
                      <a:pt x="38360" y="148121"/>
                      <a:pt x="45623" y="148233"/>
                    </a:cubicBezTo>
                    <a:cubicBezTo>
                      <a:pt x="49530" y="148292"/>
                      <a:pt x="53563" y="148352"/>
                      <a:pt x="55997" y="149364"/>
                    </a:cubicBezTo>
                    <a:cubicBezTo>
                      <a:pt x="58646" y="150458"/>
                      <a:pt x="61674" y="153360"/>
                      <a:pt x="64606" y="156165"/>
                    </a:cubicBezTo>
                    <a:cubicBezTo>
                      <a:pt x="69741" y="161099"/>
                      <a:pt x="75575" y="166688"/>
                      <a:pt x="83344" y="166688"/>
                    </a:cubicBezTo>
                    <a:cubicBezTo>
                      <a:pt x="91113" y="166688"/>
                      <a:pt x="96939" y="161099"/>
                      <a:pt x="102081" y="156165"/>
                    </a:cubicBezTo>
                    <a:cubicBezTo>
                      <a:pt x="105013" y="153360"/>
                      <a:pt x="108034" y="150458"/>
                      <a:pt x="110691" y="149364"/>
                    </a:cubicBezTo>
                    <a:cubicBezTo>
                      <a:pt x="113124" y="148352"/>
                      <a:pt x="117157" y="148292"/>
                      <a:pt x="121064" y="148233"/>
                    </a:cubicBezTo>
                    <a:cubicBezTo>
                      <a:pt x="128327" y="148121"/>
                      <a:pt x="136557" y="148002"/>
                      <a:pt x="142280" y="142280"/>
                    </a:cubicBezTo>
                    <a:cubicBezTo>
                      <a:pt x="148002" y="136557"/>
                      <a:pt x="148121" y="128327"/>
                      <a:pt x="148233" y="121064"/>
                    </a:cubicBezTo>
                    <a:cubicBezTo>
                      <a:pt x="148292" y="117157"/>
                      <a:pt x="148352" y="113124"/>
                      <a:pt x="149364" y="110691"/>
                    </a:cubicBezTo>
                    <a:cubicBezTo>
                      <a:pt x="150458" y="108042"/>
                      <a:pt x="153360" y="105013"/>
                      <a:pt x="156165" y="102081"/>
                    </a:cubicBezTo>
                    <a:cubicBezTo>
                      <a:pt x="161099" y="96947"/>
                      <a:pt x="166688" y="91113"/>
                      <a:pt x="166688" y="83344"/>
                    </a:cubicBezTo>
                    <a:cubicBezTo>
                      <a:pt x="166688" y="75575"/>
                      <a:pt x="161099" y="69748"/>
                      <a:pt x="156165" y="64606"/>
                    </a:cubicBezTo>
                    <a:close/>
                    <a:moveTo>
                      <a:pt x="147571" y="93844"/>
                    </a:moveTo>
                    <a:cubicBezTo>
                      <a:pt x="144006" y="97564"/>
                      <a:pt x="140315" y="101411"/>
                      <a:pt x="138358" y="106137"/>
                    </a:cubicBezTo>
                    <a:cubicBezTo>
                      <a:pt x="136483" y="110676"/>
                      <a:pt x="136401" y="115863"/>
                      <a:pt x="136327" y="120886"/>
                    </a:cubicBezTo>
                    <a:cubicBezTo>
                      <a:pt x="136252" y="126095"/>
                      <a:pt x="136170" y="131549"/>
                      <a:pt x="133856" y="133856"/>
                    </a:cubicBezTo>
                    <a:cubicBezTo>
                      <a:pt x="131542" y="136163"/>
                      <a:pt x="126124" y="136252"/>
                      <a:pt x="120886" y="136327"/>
                    </a:cubicBezTo>
                    <a:cubicBezTo>
                      <a:pt x="115863" y="136401"/>
                      <a:pt x="110676" y="136483"/>
                      <a:pt x="106137" y="138358"/>
                    </a:cubicBezTo>
                    <a:cubicBezTo>
                      <a:pt x="101411" y="140315"/>
                      <a:pt x="97564" y="144006"/>
                      <a:pt x="93844" y="147571"/>
                    </a:cubicBezTo>
                    <a:cubicBezTo>
                      <a:pt x="90123" y="151135"/>
                      <a:pt x="86320" y="154781"/>
                      <a:pt x="83344" y="154781"/>
                    </a:cubicBezTo>
                    <a:cubicBezTo>
                      <a:pt x="80367" y="154781"/>
                      <a:pt x="76535" y="151120"/>
                      <a:pt x="72844" y="147571"/>
                    </a:cubicBezTo>
                    <a:cubicBezTo>
                      <a:pt x="69153" y="144021"/>
                      <a:pt x="65276" y="140315"/>
                      <a:pt x="60551" y="138358"/>
                    </a:cubicBezTo>
                    <a:cubicBezTo>
                      <a:pt x="56011" y="136483"/>
                      <a:pt x="50825" y="136401"/>
                      <a:pt x="45802" y="136327"/>
                    </a:cubicBezTo>
                    <a:cubicBezTo>
                      <a:pt x="40593" y="136252"/>
                      <a:pt x="35138" y="136170"/>
                      <a:pt x="32831" y="133856"/>
                    </a:cubicBezTo>
                    <a:cubicBezTo>
                      <a:pt x="30525" y="131542"/>
                      <a:pt x="30435" y="126124"/>
                      <a:pt x="30361" y="120886"/>
                    </a:cubicBezTo>
                    <a:cubicBezTo>
                      <a:pt x="30287" y="115863"/>
                      <a:pt x="30205" y="110676"/>
                      <a:pt x="28329" y="106137"/>
                    </a:cubicBezTo>
                    <a:cubicBezTo>
                      <a:pt x="26372" y="101411"/>
                      <a:pt x="22681" y="97564"/>
                      <a:pt x="19117" y="93844"/>
                    </a:cubicBezTo>
                    <a:cubicBezTo>
                      <a:pt x="15553" y="90123"/>
                      <a:pt x="11906" y="86320"/>
                      <a:pt x="11906" y="83344"/>
                    </a:cubicBezTo>
                    <a:cubicBezTo>
                      <a:pt x="11906" y="80367"/>
                      <a:pt x="15567" y="76535"/>
                      <a:pt x="19117" y="72844"/>
                    </a:cubicBezTo>
                    <a:cubicBezTo>
                      <a:pt x="22667" y="69153"/>
                      <a:pt x="26372" y="65276"/>
                      <a:pt x="28329" y="60551"/>
                    </a:cubicBezTo>
                    <a:cubicBezTo>
                      <a:pt x="30205" y="56011"/>
                      <a:pt x="30287" y="50825"/>
                      <a:pt x="30361" y="45802"/>
                    </a:cubicBezTo>
                    <a:cubicBezTo>
                      <a:pt x="30435" y="40593"/>
                      <a:pt x="30517" y="35138"/>
                      <a:pt x="32831" y="32831"/>
                    </a:cubicBezTo>
                    <a:cubicBezTo>
                      <a:pt x="35146" y="30525"/>
                      <a:pt x="40563" y="30435"/>
                      <a:pt x="45802" y="30361"/>
                    </a:cubicBezTo>
                    <a:cubicBezTo>
                      <a:pt x="50825" y="30287"/>
                      <a:pt x="56011" y="30205"/>
                      <a:pt x="60551" y="28329"/>
                    </a:cubicBezTo>
                    <a:cubicBezTo>
                      <a:pt x="65276" y="26372"/>
                      <a:pt x="69123" y="22681"/>
                      <a:pt x="72844" y="19117"/>
                    </a:cubicBezTo>
                    <a:cubicBezTo>
                      <a:pt x="76565" y="15553"/>
                      <a:pt x="80367" y="11906"/>
                      <a:pt x="83344" y="11906"/>
                    </a:cubicBezTo>
                    <a:cubicBezTo>
                      <a:pt x="86320" y="11906"/>
                      <a:pt x="90153" y="15567"/>
                      <a:pt x="93844" y="19117"/>
                    </a:cubicBezTo>
                    <a:cubicBezTo>
                      <a:pt x="97535" y="22667"/>
                      <a:pt x="101411" y="26372"/>
                      <a:pt x="106137" y="28329"/>
                    </a:cubicBezTo>
                    <a:cubicBezTo>
                      <a:pt x="110676" y="30205"/>
                      <a:pt x="115863" y="30287"/>
                      <a:pt x="120886" y="30361"/>
                    </a:cubicBezTo>
                    <a:cubicBezTo>
                      <a:pt x="126095" y="30435"/>
                      <a:pt x="131549" y="30517"/>
                      <a:pt x="133856" y="32831"/>
                    </a:cubicBezTo>
                    <a:cubicBezTo>
                      <a:pt x="136163" y="35146"/>
                      <a:pt x="136252" y="40563"/>
                      <a:pt x="136327" y="45802"/>
                    </a:cubicBezTo>
                    <a:cubicBezTo>
                      <a:pt x="136401" y="50825"/>
                      <a:pt x="136483" y="56011"/>
                      <a:pt x="138358" y="60551"/>
                    </a:cubicBezTo>
                    <a:cubicBezTo>
                      <a:pt x="140315" y="65276"/>
                      <a:pt x="144006" y="69123"/>
                      <a:pt x="147571" y="72844"/>
                    </a:cubicBezTo>
                    <a:cubicBezTo>
                      <a:pt x="151135" y="76565"/>
                      <a:pt x="154781" y="80367"/>
                      <a:pt x="154781" y="83344"/>
                    </a:cubicBezTo>
                    <a:cubicBezTo>
                      <a:pt x="154781" y="86320"/>
                      <a:pt x="151120" y="90153"/>
                      <a:pt x="147571" y="93844"/>
                    </a:cubicBezTo>
                    <a:close/>
                    <a:moveTo>
                      <a:pt x="117321" y="61273"/>
                    </a:moveTo>
                    <a:cubicBezTo>
                      <a:pt x="118439" y="62389"/>
                      <a:pt x="119067" y="63904"/>
                      <a:pt x="119067" y="65484"/>
                    </a:cubicBezTo>
                    <a:cubicBezTo>
                      <a:pt x="119067" y="67064"/>
                      <a:pt x="118439" y="68580"/>
                      <a:pt x="117321" y="69696"/>
                    </a:cubicBezTo>
                    <a:lnTo>
                      <a:pt x="75649" y="111368"/>
                    </a:lnTo>
                    <a:cubicBezTo>
                      <a:pt x="74533" y="112486"/>
                      <a:pt x="73018" y="113114"/>
                      <a:pt x="71438" y="113114"/>
                    </a:cubicBezTo>
                    <a:cubicBezTo>
                      <a:pt x="69857" y="113114"/>
                      <a:pt x="68342" y="112486"/>
                      <a:pt x="67226" y="111368"/>
                    </a:cubicBezTo>
                    <a:lnTo>
                      <a:pt x="49366" y="93509"/>
                    </a:lnTo>
                    <a:cubicBezTo>
                      <a:pt x="47040" y="91183"/>
                      <a:pt x="47040" y="87411"/>
                      <a:pt x="49366" y="85085"/>
                    </a:cubicBezTo>
                    <a:cubicBezTo>
                      <a:pt x="51692" y="82759"/>
                      <a:pt x="55464" y="82759"/>
                      <a:pt x="57790" y="85085"/>
                    </a:cubicBezTo>
                    <a:lnTo>
                      <a:pt x="71438" y="98740"/>
                    </a:lnTo>
                    <a:lnTo>
                      <a:pt x="108898" y="61273"/>
                    </a:lnTo>
                    <a:cubicBezTo>
                      <a:pt x="110014" y="60155"/>
                      <a:pt x="111529" y="59527"/>
                      <a:pt x="113109" y="59527"/>
                    </a:cubicBezTo>
                    <a:cubicBezTo>
                      <a:pt x="114689" y="59527"/>
                      <a:pt x="116205" y="60155"/>
                      <a:pt x="117321" y="61273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879158" y="5882164"/>
              <a:ext cx="69409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tools.test.ts 锁定：拍平结构、过滤透传、top_k 默认、enum 约束、命中 / 缺失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82000" y="4400550"/>
            <a:ext cx="3200400" cy="1833562"/>
            <a:chOff x="8382000" y="4400550"/>
            <a:chExt cx="3200400" cy="1833562"/>
          </a:xfrm>
        </p:grpSpPr>
        <p:sp>
          <p:nvSpPr>
            <p:cNvPr id="81" name="Rectangle 81"/>
            <p:cNvSpPr/>
            <p:nvPr/>
          </p:nvSpPr>
          <p:spPr>
            <a:xfrm>
              <a:off x="8382000" y="4400550"/>
              <a:ext cx="3200400" cy="1771650"/>
            </a:xfrm>
            <a:prstGeom prst="roundRect">
              <a:avLst>
                <a:gd name="adj" fmla="val 6452"/>
              </a:avLst>
            </a:prstGeom>
            <a:solidFill>
              <a:srgbClr val="1F1B1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8615362" y="4644628"/>
              <a:ext cx="257175" cy="268256"/>
              <a:chOff x="8615362" y="4644628"/>
              <a:chExt cx="257175" cy="26825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626078" y="4655344"/>
                <a:ext cx="235744" cy="246620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246620">
                    <a:moveTo>
                      <a:pt x="235744" y="10716"/>
                    </a:moveTo>
                    <a:lnTo>
                      <a:pt x="235744" y="89435"/>
                    </a:lnTo>
                    <a:cubicBezTo>
                      <a:pt x="235744" y="202190"/>
                      <a:pt x="140227" y="239548"/>
                      <a:pt x="121167" y="245883"/>
                    </a:cubicBezTo>
                    <a:cubicBezTo>
                      <a:pt x="119032" y="246620"/>
                      <a:pt x="116712" y="246620"/>
                      <a:pt x="114577" y="245883"/>
                    </a:cubicBezTo>
                    <a:cubicBezTo>
                      <a:pt x="95516" y="239575"/>
                      <a:pt x="0" y="202257"/>
                      <a:pt x="0" y="89462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225028" y="0"/>
                    </a:lnTo>
                    <a:cubicBezTo>
                      <a:pt x="230946" y="0"/>
                      <a:pt x="235744" y="4798"/>
                      <a:pt x="235744" y="10716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615362" y="4644628"/>
                <a:ext cx="257175" cy="268256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68256">
                    <a:moveTo>
                      <a:pt x="235744" y="0"/>
                    </a:moveTo>
                    <a:lnTo>
                      <a:pt x="21431" y="0"/>
                    </a:lnTo>
                    <a:cubicBezTo>
                      <a:pt x="9595" y="0"/>
                      <a:pt x="0" y="9595"/>
                      <a:pt x="0" y="21431"/>
                    </a:cubicBezTo>
                    <a:lnTo>
                      <a:pt x="0" y="100164"/>
                    </a:lnTo>
                    <a:cubicBezTo>
                      <a:pt x="0" y="220193"/>
                      <a:pt x="101557" y="260015"/>
                      <a:pt x="121890" y="266779"/>
                    </a:cubicBezTo>
                    <a:cubicBezTo>
                      <a:pt x="126233" y="268256"/>
                      <a:pt x="130942" y="268256"/>
                      <a:pt x="135285" y="266779"/>
                    </a:cubicBezTo>
                    <a:cubicBezTo>
                      <a:pt x="155644" y="260015"/>
                      <a:pt x="257175" y="220193"/>
                      <a:pt x="257175" y="100164"/>
                    </a:cubicBezTo>
                    <a:lnTo>
                      <a:pt x="257175" y="21431"/>
                    </a:lnTo>
                    <a:cubicBezTo>
                      <a:pt x="257175" y="9595"/>
                      <a:pt x="247580" y="0"/>
                      <a:pt x="235744" y="0"/>
                    </a:cubicBezTo>
                    <a:close/>
                    <a:moveTo>
                      <a:pt x="235744" y="100178"/>
                    </a:moveTo>
                    <a:cubicBezTo>
                      <a:pt x="235744" y="205218"/>
                      <a:pt x="146871" y="240311"/>
                      <a:pt x="128588" y="246419"/>
                    </a:cubicBezTo>
                    <a:cubicBezTo>
                      <a:pt x="110465" y="240378"/>
                      <a:pt x="21431" y="205311"/>
                      <a:pt x="21431" y="100178"/>
                    </a:cubicBezTo>
                    <a:lnTo>
                      <a:pt x="21431" y="21431"/>
                    </a:lnTo>
                    <a:lnTo>
                      <a:pt x="235744" y="21431"/>
                    </a:lnTo>
                    <a:close/>
                    <a:moveTo>
                      <a:pt x="67428" y="136169"/>
                    </a:moveTo>
                    <a:cubicBezTo>
                      <a:pt x="63241" y="131982"/>
                      <a:pt x="63241" y="125193"/>
                      <a:pt x="67428" y="121006"/>
                    </a:cubicBezTo>
                    <a:cubicBezTo>
                      <a:pt x="71615" y="116819"/>
                      <a:pt x="78404" y="116819"/>
                      <a:pt x="82591" y="121006"/>
                    </a:cubicBezTo>
                    <a:lnTo>
                      <a:pt x="107156" y="145572"/>
                    </a:lnTo>
                    <a:lnTo>
                      <a:pt x="174584" y="78144"/>
                    </a:lnTo>
                    <a:cubicBezTo>
                      <a:pt x="178771" y="73957"/>
                      <a:pt x="185560" y="73957"/>
                      <a:pt x="189747" y="78144"/>
                    </a:cubicBezTo>
                    <a:cubicBezTo>
                      <a:pt x="193934" y="82331"/>
                      <a:pt x="193934" y="89119"/>
                      <a:pt x="189747" y="93306"/>
                    </a:cubicBezTo>
                    <a:lnTo>
                      <a:pt x="114738" y="168316"/>
                    </a:lnTo>
                    <a:cubicBezTo>
                      <a:pt x="112728" y="170328"/>
                      <a:pt x="110000" y="171458"/>
                      <a:pt x="107156" y="171458"/>
                    </a:cubicBezTo>
                    <a:cubicBezTo>
                      <a:pt x="104312" y="171458"/>
                      <a:pt x="101585" y="170328"/>
                      <a:pt x="99575" y="168316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9010650" y="4667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只读铁律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559165" y="510635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三把工具对知识库表只发 </a:t>
              </a:r>
              <a:r>
                <a:rPr lang="zh-CN" sz="1050" b="1" dirty="0">
                  <a:solidFill>
                    <a:srgbClr val="FC7E5B"/>
                  </a:solidFill>
                  <a:latin typeface="Arial"/>
                  <a:ea typeface="Microsoft YaHei"/>
                  <a:cs typeface="Arial"/>
                </a:rPr>
                <a:t>SELECT</a:t>
              </a:r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559165" y="5315902"/>
              <a:ext cx="2756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绝不 insert / update / delete / DDL。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59165" y="5601652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Chat 唯一的写入是自有表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59165" y="5811202"/>
              <a:ext cx="2733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chat_conversations</a:t>
              </a:r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（会话持久化），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59165" y="60207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不触碰任何收藏数据。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92" name="Line 92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163490" y="65893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07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3" grpId="0"/>
      <p:bldP spid="46" grpId="0"/>
      <p:bldP spid="58" grpId="0"/>
      <p:bldP spid="80" grpId="0"/>
      <p:bldP spid="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8665845" cy="739140"/>
            <a:chOff x="609600" y="584835"/>
            <a:chExt cx="8665845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71695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语义 + 关键词，用排名而不是分数融合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84943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lib/chat/retrieval.ts · rrf.ts — 两臂并行，Reciprocal Rank Fusion，全程 SELECT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038350"/>
            <a:ext cx="1809750" cy="1600200"/>
            <a:chOff x="609600" y="2038350"/>
            <a:chExt cx="1809750" cy="1600200"/>
          </a:xfrm>
        </p:grpSpPr>
        <p:sp>
          <p:nvSpPr>
            <p:cNvPr id="7" name="Rectangle 7"/>
            <p:cNvSpPr/>
            <p:nvPr/>
          </p:nvSpPr>
          <p:spPr>
            <a:xfrm>
              <a:off x="609600" y="2571750"/>
              <a:ext cx="1333500" cy="533400"/>
            </a:xfrm>
            <a:prstGeom prst="roundRect">
              <a:avLst>
                <a:gd name="adj" fmla="val 21429"/>
              </a:avLst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6458" y="2757964"/>
              <a:ext cx="10197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用户 query</a:t>
              </a:r>
            </a:p>
          </p:txBody>
        </p:sp>
        <p:sp>
          <p:nvSpPr>
            <p:cNvPr id="9" name="Line 9"/>
            <p:cNvSpPr/>
            <p:nvPr/>
          </p:nvSpPr>
          <p:spPr>
            <a:xfrm flipV="1">
              <a:off x="1943100" y="2038350"/>
              <a:ext cx="476250" cy="723900"/>
            </a:xfrm>
            <a:prstGeom prst="line">
              <a:avLst/>
            </a:prstGeom>
            <a:noFill/>
            <a:ln w="19050">
              <a:solidFill>
                <a:srgbClr val="8E33FF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1943100" y="2914650"/>
              <a:ext cx="476250" cy="723900"/>
            </a:xfrm>
            <a:prstGeom prst="line">
              <a:avLst/>
            </a:prstGeom>
            <a:noFill/>
            <a:ln w="19050">
              <a:solidFill>
                <a:srgbClr val="FC7E5B"/>
              </a:solidFill>
              <a:tailEnd type="triangle" w="lg" len="lg"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2503170" y="1581150"/>
            <a:ext cx="5083493" cy="1171575"/>
            <a:chOff x="2503170" y="1581150"/>
            <a:chExt cx="5083493" cy="1171575"/>
          </a:xfrm>
        </p:grpSpPr>
        <p:sp>
          <p:nvSpPr>
            <p:cNvPr id="12" name="Rectangle 12"/>
            <p:cNvSpPr/>
            <p:nvPr/>
          </p:nvSpPr>
          <p:spPr>
            <a:xfrm>
              <a:off x="2514600" y="1581150"/>
              <a:ext cx="3048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8E33FF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683668" y="1741884"/>
              <a:ext cx="241698" cy="241739"/>
              <a:chOff x="2683668" y="1741884"/>
              <a:chExt cx="241698" cy="24173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692089" y="1791935"/>
                <a:ext cx="183268" cy="183268"/>
              </a:xfrm>
              <a:custGeom>
                <a:avLst/>
                <a:gdLst/>
                <a:ahLst/>
                <a:cxnLst/>
                <a:rect l="l" t="t" r="r" b="b"/>
                <a:pathLst>
                  <a:path w="183268" h="183268">
                    <a:moveTo>
                      <a:pt x="177874" y="99374"/>
                    </a:moveTo>
                    <a:lnTo>
                      <a:pt x="124055" y="119169"/>
                    </a:lnTo>
                    <a:cubicBezTo>
                      <a:pt x="121786" y="119999"/>
                      <a:pt x="119999" y="121786"/>
                      <a:pt x="119169" y="124055"/>
                    </a:cubicBezTo>
                    <a:lnTo>
                      <a:pt x="99374" y="177874"/>
                    </a:lnTo>
                    <a:cubicBezTo>
                      <a:pt x="98178" y="181115"/>
                      <a:pt x="95089" y="183268"/>
                      <a:pt x="91634" y="183268"/>
                    </a:cubicBezTo>
                    <a:cubicBezTo>
                      <a:pt x="88179" y="183268"/>
                      <a:pt x="85090" y="181115"/>
                      <a:pt x="83893" y="177874"/>
                    </a:cubicBezTo>
                    <a:lnTo>
                      <a:pt x="64099" y="124055"/>
                    </a:lnTo>
                    <a:cubicBezTo>
                      <a:pt x="63269" y="121786"/>
                      <a:pt x="61481" y="119999"/>
                      <a:pt x="59213" y="119169"/>
                    </a:cubicBezTo>
                    <a:lnTo>
                      <a:pt x="5394" y="99374"/>
                    </a:lnTo>
                    <a:cubicBezTo>
                      <a:pt x="2153" y="98178"/>
                      <a:pt x="0" y="95089"/>
                      <a:pt x="0" y="91634"/>
                    </a:cubicBezTo>
                    <a:cubicBezTo>
                      <a:pt x="0" y="88179"/>
                      <a:pt x="2153" y="85090"/>
                      <a:pt x="5394" y="83893"/>
                    </a:cubicBezTo>
                    <a:lnTo>
                      <a:pt x="59213" y="64099"/>
                    </a:lnTo>
                    <a:cubicBezTo>
                      <a:pt x="61481" y="63269"/>
                      <a:pt x="63269" y="61481"/>
                      <a:pt x="64099" y="59213"/>
                    </a:cubicBezTo>
                    <a:lnTo>
                      <a:pt x="83893" y="5394"/>
                    </a:lnTo>
                    <a:cubicBezTo>
                      <a:pt x="85090" y="2153"/>
                      <a:pt x="88179" y="0"/>
                      <a:pt x="91634" y="0"/>
                    </a:cubicBezTo>
                    <a:cubicBezTo>
                      <a:pt x="95089" y="0"/>
                      <a:pt x="98178" y="2153"/>
                      <a:pt x="99374" y="5394"/>
                    </a:cubicBezTo>
                    <a:lnTo>
                      <a:pt x="119169" y="59213"/>
                    </a:lnTo>
                    <a:cubicBezTo>
                      <a:pt x="119999" y="61481"/>
                      <a:pt x="121786" y="63269"/>
                      <a:pt x="124055" y="64099"/>
                    </a:cubicBezTo>
                    <a:lnTo>
                      <a:pt x="177874" y="83893"/>
                    </a:lnTo>
                    <a:cubicBezTo>
                      <a:pt x="181115" y="85090"/>
                      <a:pt x="183268" y="88179"/>
                      <a:pt x="183268" y="91634"/>
                    </a:cubicBezTo>
                    <a:cubicBezTo>
                      <a:pt x="183268" y="95089"/>
                      <a:pt x="181115" y="98178"/>
                      <a:pt x="177874" y="99374"/>
                    </a:cubicBezTo>
                    <a:close/>
                  </a:path>
                </a:pathLst>
              </a:custGeom>
              <a:solidFill>
                <a:srgbClr val="8E33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683668" y="1741884"/>
                <a:ext cx="241698" cy="241739"/>
              </a:xfrm>
              <a:custGeom>
                <a:avLst/>
                <a:gdLst/>
                <a:ahLst/>
                <a:cxnLst/>
                <a:rect l="l" t="t" r="r" b="b"/>
                <a:pathLst>
                  <a:path w="241698" h="241739">
                    <a:moveTo>
                      <a:pt x="189170" y="126120"/>
                    </a:moveTo>
                    <a:lnTo>
                      <a:pt x="135403" y="106326"/>
                    </a:lnTo>
                    <a:lnTo>
                      <a:pt x="115609" y="52517"/>
                    </a:lnTo>
                    <a:cubicBezTo>
                      <a:pt x="113208" y="45994"/>
                      <a:pt x="106995" y="41661"/>
                      <a:pt x="100044" y="41661"/>
                    </a:cubicBezTo>
                    <a:cubicBezTo>
                      <a:pt x="93094" y="41661"/>
                      <a:pt x="86881" y="45994"/>
                      <a:pt x="84480" y="52517"/>
                    </a:cubicBezTo>
                    <a:lnTo>
                      <a:pt x="64665" y="106263"/>
                    </a:lnTo>
                    <a:lnTo>
                      <a:pt x="10856" y="126057"/>
                    </a:lnTo>
                    <a:cubicBezTo>
                      <a:pt x="4334" y="128458"/>
                      <a:pt x="0" y="134671"/>
                      <a:pt x="0" y="141622"/>
                    </a:cubicBezTo>
                    <a:cubicBezTo>
                      <a:pt x="0" y="148572"/>
                      <a:pt x="4334" y="154785"/>
                      <a:pt x="10856" y="157186"/>
                    </a:cubicBezTo>
                    <a:lnTo>
                      <a:pt x="64592" y="177105"/>
                    </a:lnTo>
                    <a:lnTo>
                      <a:pt x="84386" y="230883"/>
                    </a:lnTo>
                    <a:cubicBezTo>
                      <a:pt x="86787" y="237406"/>
                      <a:pt x="93000" y="241739"/>
                      <a:pt x="99951" y="241739"/>
                    </a:cubicBezTo>
                    <a:cubicBezTo>
                      <a:pt x="106901" y="241739"/>
                      <a:pt x="113114" y="237406"/>
                      <a:pt x="115515" y="230883"/>
                    </a:cubicBezTo>
                    <a:lnTo>
                      <a:pt x="135309" y="177116"/>
                    </a:lnTo>
                    <a:lnTo>
                      <a:pt x="189118" y="157322"/>
                    </a:lnTo>
                    <a:cubicBezTo>
                      <a:pt x="195641" y="154921"/>
                      <a:pt x="199974" y="148708"/>
                      <a:pt x="199974" y="141757"/>
                    </a:cubicBezTo>
                    <a:cubicBezTo>
                      <a:pt x="199974" y="134807"/>
                      <a:pt x="195641" y="128594"/>
                      <a:pt x="189118" y="126193"/>
                    </a:cubicBezTo>
                    <a:close/>
                    <a:moveTo>
                      <a:pt x="129590" y="161479"/>
                    </a:moveTo>
                    <a:cubicBezTo>
                      <a:pt x="125031" y="163152"/>
                      <a:pt x="121439" y="166744"/>
                      <a:pt x="119766" y="171303"/>
                    </a:cubicBezTo>
                    <a:lnTo>
                      <a:pt x="99972" y="224914"/>
                    </a:lnTo>
                    <a:lnTo>
                      <a:pt x="80219" y="171261"/>
                    </a:lnTo>
                    <a:cubicBezTo>
                      <a:pt x="78545" y="166727"/>
                      <a:pt x="74970" y="163153"/>
                      <a:pt x="70437" y="161479"/>
                    </a:cubicBezTo>
                    <a:lnTo>
                      <a:pt x="70437" y="161479"/>
                    </a:lnTo>
                    <a:lnTo>
                      <a:pt x="16826" y="141684"/>
                    </a:lnTo>
                    <a:lnTo>
                      <a:pt x="70437" y="121890"/>
                    </a:lnTo>
                    <a:cubicBezTo>
                      <a:pt x="74970" y="120216"/>
                      <a:pt x="78545" y="116642"/>
                      <a:pt x="80219" y="112108"/>
                    </a:cubicBezTo>
                    <a:lnTo>
                      <a:pt x="100013" y="58497"/>
                    </a:lnTo>
                    <a:lnTo>
                      <a:pt x="119807" y="112108"/>
                    </a:lnTo>
                    <a:cubicBezTo>
                      <a:pt x="121480" y="116666"/>
                      <a:pt x="125073" y="120259"/>
                      <a:pt x="129631" y="121932"/>
                    </a:cubicBezTo>
                    <a:lnTo>
                      <a:pt x="183242" y="141726"/>
                    </a:lnTo>
                    <a:close/>
                    <a:moveTo>
                      <a:pt x="133351" y="33338"/>
                    </a:moveTo>
                    <a:cubicBezTo>
                      <a:pt x="133351" y="28735"/>
                      <a:pt x="137082" y="25003"/>
                      <a:pt x="141685" y="25003"/>
                    </a:cubicBezTo>
                    <a:lnTo>
                      <a:pt x="158354" y="25003"/>
                    </a:lnTo>
                    <a:lnTo>
                      <a:pt x="158354" y="8334"/>
                    </a:lnTo>
                    <a:cubicBezTo>
                      <a:pt x="158354" y="3731"/>
                      <a:pt x="162085" y="0"/>
                      <a:pt x="166688" y="0"/>
                    </a:cubicBezTo>
                    <a:cubicBezTo>
                      <a:pt x="171291" y="0"/>
                      <a:pt x="175023" y="3731"/>
                      <a:pt x="175023" y="8334"/>
                    </a:cubicBezTo>
                    <a:lnTo>
                      <a:pt x="175023" y="25003"/>
                    </a:lnTo>
                    <a:lnTo>
                      <a:pt x="191691" y="25003"/>
                    </a:lnTo>
                    <a:cubicBezTo>
                      <a:pt x="196294" y="25003"/>
                      <a:pt x="200026" y="28735"/>
                      <a:pt x="200026" y="33338"/>
                    </a:cubicBezTo>
                    <a:cubicBezTo>
                      <a:pt x="200026" y="37940"/>
                      <a:pt x="196294" y="41672"/>
                      <a:pt x="191691" y="41672"/>
                    </a:cubicBezTo>
                    <a:lnTo>
                      <a:pt x="175023" y="41672"/>
                    </a:lnTo>
                    <a:lnTo>
                      <a:pt x="175023" y="58341"/>
                    </a:lnTo>
                    <a:cubicBezTo>
                      <a:pt x="175023" y="62944"/>
                      <a:pt x="171291" y="66675"/>
                      <a:pt x="166688" y="66675"/>
                    </a:cubicBezTo>
                    <a:cubicBezTo>
                      <a:pt x="162085" y="66675"/>
                      <a:pt x="158354" y="62944"/>
                      <a:pt x="158354" y="58341"/>
                    </a:cubicBezTo>
                    <a:lnTo>
                      <a:pt x="158354" y="41672"/>
                    </a:lnTo>
                    <a:lnTo>
                      <a:pt x="141685" y="41672"/>
                    </a:lnTo>
                    <a:cubicBezTo>
                      <a:pt x="137082" y="41672"/>
                      <a:pt x="133351" y="37940"/>
                      <a:pt x="133351" y="33338"/>
                    </a:cubicBezTo>
                    <a:close/>
                    <a:moveTo>
                      <a:pt x="241698" y="83344"/>
                    </a:moveTo>
                    <a:cubicBezTo>
                      <a:pt x="241698" y="87947"/>
                      <a:pt x="237966" y="91678"/>
                      <a:pt x="233363" y="91678"/>
                    </a:cubicBezTo>
                    <a:lnTo>
                      <a:pt x="225029" y="91678"/>
                    </a:lnTo>
                    <a:lnTo>
                      <a:pt x="225029" y="100012"/>
                    </a:lnTo>
                    <a:cubicBezTo>
                      <a:pt x="225029" y="104615"/>
                      <a:pt x="221297" y="108347"/>
                      <a:pt x="216694" y="108347"/>
                    </a:cubicBezTo>
                    <a:cubicBezTo>
                      <a:pt x="212091" y="108347"/>
                      <a:pt x="208360" y="104615"/>
                      <a:pt x="208360" y="100012"/>
                    </a:cubicBezTo>
                    <a:lnTo>
                      <a:pt x="208360" y="91678"/>
                    </a:lnTo>
                    <a:lnTo>
                      <a:pt x="200026" y="91678"/>
                    </a:lnTo>
                    <a:cubicBezTo>
                      <a:pt x="195423" y="91678"/>
                      <a:pt x="191691" y="87947"/>
                      <a:pt x="191691" y="83344"/>
                    </a:cubicBezTo>
                    <a:cubicBezTo>
                      <a:pt x="191691" y="78741"/>
                      <a:pt x="195423" y="75009"/>
                      <a:pt x="200026" y="75009"/>
                    </a:cubicBezTo>
                    <a:lnTo>
                      <a:pt x="208360" y="75009"/>
                    </a:lnTo>
                    <a:lnTo>
                      <a:pt x="208360" y="66675"/>
                    </a:lnTo>
                    <a:cubicBezTo>
                      <a:pt x="208360" y="62072"/>
                      <a:pt x="212091" y="58341"/>
                      <a:pt x="216694" y="58341"/>
                    </a:cubicBezTo>
                    <a:cubicBezTo>
                      <a:pt x="221297" y="58341"/>
                      <a:pt x="225029" y="62072"/>
                      <a:pt x="225029" y="66675"/>
                    </a:cubicBezTo>
                    <a:lnTo>
                      <a:pt x="225029" y="75009"/>
                    </a:lnTo>
                    <a:lnTo>
                      <a:pt x="233363" y="75009"/>
                    </a:lnTo>
                    <a:cubicBezTo>
                      <a:pt x="237966" y="75009"/>
                      <a:pt x="241698" y="78741"/>
                      <a:pt x="241698" y="83344"/>
                    </a:cubicBezTo>
                    <a:close/>
                  </a:path>
                </a:pathLst>
              </a:custGeom>
              <a:solidFill>
                <a:srgbClr val="8E33FF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3012758" y="1710214"/>
              <a:ext cx="17041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8E33FF"/>
                  </a:solidFill>
                  <a:latin typeface="Arial"/>
                  <a:ea typeface="Microsoft YaHei"/>
                  <a:cs typeface="Arial"/>
                </a:rPr>
                <a:t>语义臂 · pgvector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3665" y="2039302"/>
              <a:ext cx="29557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embedQuery → cosine 距离（HNSW 索引）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53665" y="2229802"/>
              <a:ext cx="3017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与索引期同一个 embedding 模型，维度一致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03170" y="2569845"/>
              <a:ext cx="50834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E33FF"/>
                  </a:solidFill>
                  <a:latin typeface="Arial"/>
                  <a:ea typeface="Microsoft YaHei"/>
                  <a:cs typeface="Arial"/>
                </a:rPr>
                <a:t>未配置 embedding / 维度漂移（EmbeddingDimensionError）→ 静默跳过此臂，绝不抛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562600" y="2095500"/>
              <a:ext cx="476250" cy="628650"/>
            </a:xfrm>
            <a:prstGeom prst="line">
              <a:avLst/>
            </a:prstGeom>
            <a:noFill/>
            <a:ln w="19050">
              <a:solidFill>
                <a:srgbClr val="8E33FF"/>
              </a:solidFill>
              <a:tailEnd type="triangle" w="lg" len="lg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2514600" y="3009900"/>
            <a:ext cx="3524250" cy="1147762"/>
            <a:chOff x="2514600" y="3009900"/>
            <a:chExt cx="3524250" cy="1147762"/>
          </a:xfrm>
        </p:grpSpPr>
        <p:sp>
          <p:nvSpPr>
            <p:cNvPr id="22" name="Rectangle 22"/>
            <p:cNvSpPr/>
            <p:nvPr/>
          </p:nvSpPr>
          <p:spPr>
            <a:xfrm>
              <a:off x="2514600" y="3295650"/>
              <a:ext cx="3048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FC7E5B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682523" y="3463533"/>
              <a:ext cx="226993" cy="227033"/>
              <a:chOff x="2682523" y="3463533"/>
              <a:chExt cx="226993" cy="22703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700338" y="3481388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166688" y="83344"/>
                    </a:moveTo>
                    <a:cubicBezTo>
                      <a:pt x="166688" y="129373"/>
                      <a:pt x="129373" y="166688"/>
                      <a:pt x="83344" y="166688"/>
                    </a:cubicBezTo>
                    <a:cubicBezTo>
                      <a:pt x="37314" y="166688"/>
                      <a:pt x="0" y="129373"/>
                      <a:pt x="0" y="83344"/>
                    </a:cubicBezTo>
                    <a:cubicBezTo>
                      <a:pt x="0" y="37314"/>
                      <a:pt x="37314" y="0"/>
                      <a:pt x="83344" y="0"/>
                    </a:cubicBezTo>
                    <a:cubicBezTo>
                      <a:pt x="129373" y="0"/>
                      <a:pt x="166688" y="37314"/>
                      <a:pt x="166688" y="83344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682523" y="3463533"/>
                <a:ext cx="226993" cy="227033"/>
              </a:xfrm>
              <a:custGeom>
                <a:avLst/>
                <a:gdLst/>
                <a:ahLst/>
                <a:cxnLst/>
                <a:rect l="l" t="t" r="r" b="b"/>
                <a:pathLst>
                  <a:path w="226993" h="227033">
                    <a:moveTo>
                      <a:pt x="223737" y="211983"/>
                    </a:moveTo>
                    <a:lnTo>
                      <a:pt x="171584" y="159831"/>
                    </a:lnTo>
                    <a:cubicBezTo>
                      <a:pt x="203047" y="122096"/>
                      <a:pt x="199265" y="66288"/>
                      <a:pt x="162997" y="33144"/>
                    </a:cubicBezTo>
                    <a:cubicBezTo>
                      <a:pt x="126729" y="0"/>
                      <a:pt x="70807" y="1245"/>
                      <a:pt x="36051" y="35971"/>
                    </a:cubicBezTo>
                    <a:cubicBezTo>
                      <a:pt x="1295" y="70696"/>
                      <a:pt x="0" y="126618"/>
                      <a:pt x="33112" y="162914"/>
                    </a:cubicBezTo>
                    <a:cubicBezTo>
                      <a:pt x="66224" y="199211"/>
                      <a:pt x="122028" y="203043"/>
                      <a:pt x="159791" y="171613"/>
                    </a:cubicBezTo>
                    <a:lnTo>
                      <a:pt x="211943" y="223776"/>
                    </a:lnTo>
                    <a:cubicBezTo>
                      <a:pt x="215200" y="227033"/>
                      <a:pt x="220480" y="227033"/>
                      <a:pt x="223737" y="223776"/>
                    </a:cubicBezTo>
                    <a:cubicBezTo>
                      <a:pt x="226993" y="220520"/>
                      <a:pt x="226993" y="215240"/>
                      <a:pt x="223737" y="211983"/>
                    </a:cubicBezTo>
                    <a:close/>
                    <a:moveTo>
                      <a:pt x="26149" y="101198"/>
                    </a:moveTo>
                    <a:cubicBezTo>
                      <a:pt x="26149" y="59772"/>
                      <a:pt x="59732" y="26189"/>
                      <a:pt x="101159" y="26189"/>
                    </a:cubicBezTo>
                    <a:cubicBezTo>
                      <a:pt x="142585" y="26189"/>
                      <a:pt x="176168" y="59772"/>
                      <a:pt x="176168" y="101198"/>
                    </a:cubicBezTo>
                    <a:cubicBezTo>
                      <a:pt x="176168" y="142625"/>
                      <a:pt x="142585" y="176208"/>
                      <a:pt x="101159" y="176208"/>
                    </a:cubicBezTo>
                    <a:cubicBezTo>
                      <a:pt x="59751" y="176162"/>
                      <a:pt x="26195" y="142606"/>
                      <a:pt x="26149" y="101198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012758" y="3424714"/>
              <a:ext cx="18312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关键词臂 · pg_trgm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53665" y="3753802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Consolas"/>
                  <a:ea typeface="Microsoft YaHei"/>
                  <a:cs typeface="Consolas"/>
                </a:rPr>
                <a:t>ILIKE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子串召回（GIN gin_trgm_ops）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53665" y="3944302"/>
              <a:ext cx="31397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Consolas"/>
                  <a:ea typeface="Microsoft YaHei"/>
                  <a:cs typeface="Consolas"/>
                </a:rPr>
                <a:t>ORDER BY word_similarity(q, chunk_text)</a:t>
              </a:r>
            </a:p>
          </p:txBody>
        </p:sp>
        <p:sp>
          <p:nvSpPr>
            <p:cNvPr id="29" name="Line 29"/>
            <p:cNvSpPr/>
            <p:nvPr/>
          </p:nvSpPr>
          <p:spPr>
            <a:xfrm flipV="1">
              <a:off x="5562600" y="3009900"/>
              <a:ext cx="476250" cy="628650"/>
            </a:xfrm>
            <a:prstGeom prst="line">
              <a:avLst/>
            </a:prstGeom>
            <a:noFill/>
            <a:ln w="19050">
              <a:solidFill>
                <a:srgbClr val="FC7E5B"/>
              </a:solidFill>
              <a:tailEnd type="triangle" w="lg" len="lg"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134100" y="2438400"/>
            <a:ext cx="2190750" cy="990600"/>
            <a:chOff x="6134100" y="2438400"/>
            <a:chExt cx="2190750" cy="990600"/>
          </a:xfrm>
        </p:grpSpPr>
        <p:sp>
          <p:nvSpPr>
            <p:cNvPr id="31" name="Rectangle 31"/>
            <p:cNvSpPr/>
            <p:nvPr/>
          </p:nvSpPr>
          <p:spPr>
            <a:xfrm>
              <a:off x="6134100" y="2438400"/>
              <a:ext cx="1714500" cy="990600"/>
            </a:xfrm>
            <a:prstGeom prst="roundRect">
              <a:avLst>
                <a:gd name="adj" fmla="val 11538"/>
              </a:avLst>
            </a:prstGeom>
            <a:solidFill>
              <a:srgbClr val="1F1B1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310294" y="2632434"/>
              <a:ext cx="219171" cy="200994"/>
              <a:chOff x="6310294" y="2632434"/>
              <a:chExt cx="219171" cy="20099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319238" y="2640806"/>
                <a:ext cx="201223" cy="183805"/>
              </a:xfrm>
              <a:custGeom>
                <a:avLst/>
                <a:gdLst/>
                <a:ahLst/>
                <a:cxnLst/>
                <a:rect l="l" t="t" r="r" b="b"/>
                <a:pathLst>
                  <a:path w="201223" h="183805">
                    <a:moveTo>
                      <a:pt x="198436" y="13939"/>
                    </a:moveTo>
                    <a:lnTo>
                      <a:pt x="127865" y="89272"/>
                    </a:lnTo>
                    <a:cubicBezTo>
                      <a:pt x="126419" y="90817"/>
                      <a:pt x="125614" y="92854"/>
                      <a:pt x="125615" y="94970"/>
                    </a:cubicBezTo>
                    <a:lnTo>
                      <a:pt x="125615" y="152780"/>
                    </a:lnTo>
                    <a:cubicBezTo>
                      <a:pt x="125617" y="155567"/>
                      <a:pt x="124225" y="158171"/>
                      <a:pt x="121906" y="159718"/>
                    </a:cubicBezTo>
                    <a:lnTo>
                      <a:pt x="88569" y="181939"/>
                    </a:lnTo>
                    <a:cubicBezTo>
                      <a:pt x="86014" y="183644"/>
                      <a:pt x="82728" y="183805"/>
                      <a:pt x="80018" y="182359"/>
                    </a:cubicBezTo>
                    <a:cubicBezTo>
                      <a:pt x="77309" y="180913"/>
                      <a:pt x="75614" y="178093"/>
                      <a:pt x="75609" y="175022"/>
                    </a:cubicBezTo>
                    <a:lnTo>
                      <a:pt x="75609" y="94970"/>
                    </a:lnTo>
                    <a:cubicBezTo>
                      <a:pt x="75609" y="92854"/>
                      <a:pt x="74805" y="90817"/>
                      <a:pt x="73358" y="89272"/>
                    </a:cubicBezTo>
                    <a:lnTo>
                      <a:pt x="2787" y="13939"/>
                    </a:lnTo>
                    <a:cubicBezTo>
                      <a:pt x="571" y="11501"/>
                      <a:pt x="0" y="7986"/>
                      <a:pt x="1329" y="4972"/>
                    </a:cubicBezTo>
                    <a:cubicBezTo>
                      <a:pt x="2659" y="1957"/>
                      <a:pt x="5639" y="9"/>
                      <a:pt x="8934" y="0"/>
                    </a:cubicBezTo>
                    <a:lnTo>
                      <a:pt x="192290" y="0"/>
                    </a:lnTo>
                    <a:cubicBezTo>
                      <a:pt x="195584" y="9"/>
                      <a:pt x="198565" y="1957"/>
                      <a:pt x="199894" y="4972"/>
                    </a:cubicBezTo>
                    <a:cubicBezTo>
                      <a:pt x="201223" y="7986"/>
                      <a:pt x="200652" y="11501"/>
                      <a:pt x="198436" y="13939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310294" y="2632434"/>
                <a:ext cx="219171" cy="200994"/>
              </a:xfrm>
              <a:custGeom>
                <a:avLst/>
                <a:gdLst/>
                <a:ahLst/>
                <a:cxnLst/>
                <a:rect l="l" t="t" r="r" b="b"/>
                <a:pathLst>
                  <a:path w="219171" h="200994">
                    <a:moveTo>
                      <a:pt x="216445" y="9966"/>
                    </a:moveTo>
                    <a:cubicBezTo>
                      <a:pt x="213822" y="3908"/>
                      <a:pt x="207836" y="0"/>
                      <a:pt x="201234" y="38"/>
                    </a:cubicBezTo>
                    <a:lnTo>
                      <a:pt x="17878" y="38"/>
                    </a:lnTo>
                    <a:cubicBezTo>
                      <a:pt x="11287" y="51"/>
                      <a:pt x="5322" y="3946"/>
                      <a:pt x="2661" y="9976"/>
                    </a:cubicBezTo>
                    <a:cubicBezTo>
                      <a:pt x="0" y="16006"/>
                      <a:pt x="1142" y="23038"/>
                      <a:pt x="5574" y="27916"/>
                    </a:cubicBezTo>
                    <a:lnTo>
                      <a:pt x="5658" y="28010"/>
                    </a:lnTo>
                    <a:lnTo>
                      <a:pt x="76219" y="103353"/>
                    </a:lnTo>
                    <a:lnTo>
                      <a:pt x="76219" y="183394"/>
                    </a:lnTo>
                    <a:cubicBezTo>
                      <a:pt x="76217" y="189541"/>
                      <a:pt x="79599" y="195190"/>
                      <a:pt x="85018" y="198092"/>
                    </a:cubicBezTo>
                    <a:cubicBezTo>
                      <a:pt x="90436" y="200994"/>
                      <a:pt x="97012" y="200679"/>
                      <a:pt x="102128" y="197271"/>
                    </a:cubicBezTo>
                    <a:lnTo>
                      <a:pt x="135466" y="175039"/>
                    </a:lnTo>
                    <a:cubicBezTo>
                      <a:pt x="140107" y="171947"/>
                      <a:pt x="142895" y="166739"/>
                      <a:pt x="142894" y="161162"/>
                    </a:cubicBezTo>
                    <a:lnTo>
                      <a:pt x="142894" y="103353"/>
                    </a:lnTo>
                    <a:lnTo>
                      <a:pt x="213465" y="28010"/>
                    </a:lnTo>
                    <a:lnTo>
                      <a:pt x="213548" y="27916"/>
                    </a:lnTo>
                    <a:cubicBezTo>
                      <a:pt x="218031" y="23057"/>
                      <a:pt x="219171" y="15988"/>
                      <a:pt x="216445" y="9966"/>
                    </a:cubicBezTo>
                    <a:close/>
                    <a:moveTo>
                      <a:pt x="17878" y="16707"/>
                    </a:moveTo>
                    <a:lnTo>
                      <a:pt x="17878" y="16707"/>
                    </a:lnTo>
                    <a:close/>
                    <a:moveTo>
                      <a:pt x="130746" y="92008"/>
                    </a:moveTo>
                    <a:cubicBezTo>
                      <a:pt x="127851" y="95077"/>
                      <a:pt x="126234" y="99134"/>
                      <a:pt x="126225" y="103353"/>
                    </a:cubicBezTo>
                    <a:lnTo>
                      <a:pt x="126225" y="161162"/>
                    </a:lnTo>
                    <a:lnTo>
                      <a:pt x="92887" y="183394"/>
                    </a:lnTo>
                    <a:lnTo>
                      <a:pt x="92887" y="103353"/>
                    </a:lnTo>
                    <a:cubicBezTo>
                      <a:pt x="92897" y="99119"/>
                      <a:pt x="91287" y="95041"/>
                      <a:pt x="88387" y="91956"/>
                    </a:cubicBezTo>
                    <a:lnTo>
                      <a:pt x="17878" y="16707"/>
                    </a:lnTo>
                    <a:lnTo>
                      <a:pt x="201234" y="16707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632258" y="2643664"/>
              <a:ext cx="8047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RRF 融合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3165" y="2934652"/>
              <a:ext cx="16445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C7E5B"/>
                  </a:solidFill>
                  <a:latin typeface="Consolas"/>
                  <a:ea typeface="Microsoft YaHei"/>
                  <a:cs typeface="Consolas"/>
                </a:rPr>
                <a:t>score = Σ 1/(60+rank)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5070" y="31222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只看名次，不看原始分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848600" y="2867025"/>
              <a:ext cx="476250" cy="1"/>
            </a:xfrm>
            <a:prstGeom prst="line">
              <a:avLst/>
            </a:prstGeom>
            <a:noFill/>
            <a:ln w="19050">
              <a:solidFill>
                <a:srgbClr val="1F1B17"/>
              </a:solidFill>
              <a:tailEnd type="triangle" w="lg" len="lg"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8420100" y="2438400"/>
            <a:ext cx="3162300" cy="1033462"/>
            <a:chOff x="8420100" y="2438400"/>
            <a:chExt cx="3162300" cy="1033462"/>
          </a:xfrm>
        </p:grpSpPr>
        <p:sp>
          <p:nvSpPr>
            <p:cNvPr id="40" name="Rectangle 40"/>
            <p:cNvSpPr/>
            <p:nvPr/>
          </p:nvSpPr>
          <p:spPr>
            <a:xfrm>
              <a:off x="8420100" y="2438400"/>
              <a:ext cx="3162300" cy="9906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591751" y="2610093"/>
              <a:ext cx="228149" cy="228182"/>
              <a:chOff x="8591751" y="2610093"/>
              <a:chExt cx="228149" cy="22818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601228" y="2619528"/>
                <a:ext cx="209245" cy="209245"/>
              </a:xfrm>
              <a:custGeom>
                <a:avLst/>
                <a:gdLst/>
                <a:ahLst/>
                <a:cxnLst/>
                <a:rect l="l" t="t" r="r" b="b"/>
                <a:pathLst>
                  <a:path w="209245" h="209245">
                    <a:moveTo>
                      <a:pt x="189987" y="89975"/>
                    </a:moveTo>
                    <a:lnTo>
                      <a:pt x="160817" y="119145"/>
                    </a:lnTo>
                    <a:cubicBezTo>
                      <a:pt x="153337" y="126648"/>
                      <a:pt x="143658" y="131568"/>
                      <a:pt x="133188" y="133188"/>
                    </a:cubicBezTo>
                    <a:cubicBezTo>
                      <a:pt x="131568" y="143658"/>
                      <a:pt x="126648" y="153337"/>
                      <a:pt x="119145" y="160817"/>
                    </a:cubicBezTo>
                    <a:lnTo>
                      <a:pt x="89975" y="189987"/>
                    </a:lnTo>
                    <a:cubicBezTo>
                      <a:pt x="70401" y="209245"/>
                      <a:pt x="38961" y="209117"/>
                      <a:pt x="19544" y="189700"/>
                    </a:cubicBezTo>
                    <a:cubicBezTo>
                      <a:pt x="128" y="170284"/>
                      <a:pt x="0" y="138844"/>
                      <a:pt x="19258" y="119270"/>
                    </a:cubicBezTo>
                    <a:lnTo>
                      <a:pt x="48428" y="90100"/>
                    </a:lnTo>
                    <a:cubicBezTo>
                      <a:pt x="55907" y="82597"/>
                      <a:pt x="65587" y="77677"/>
                      <a:pt x="76056" y="76056"/>
                    </a:cubicBezTo>
                    <a:cubicBezTo>
                      <a:pt x="77677" y="65587"/>
                      <a:pt x="82597" y="55907"/>
                      <a:pt x="90100" y="48428"/>
                    </a:cubicBezTo>
                    <a:lnTo>
                      <a:pt x="119270" y="19258"/>
                    </a:lnTo>
                    <a:cubicBezTo>
                      <a:pt x="138844" y="0"/>
                      <a:pt x="170284" y="128"/>
                      <a:pt x="189700" y="19544"/>
                    </a:cubicBezTo>
                    <a:cubicBezTo>
                      <a:pt x="209117" y="38961"/>
                      <a:pt x="209245" y="70401"/>
                      <a:pt x="189987" y="89975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591751" y="2610093"/>
                <a:ext cx="228149" cy="228182"/>
              </a:xfrm>
              <a:custGeom>
                <a:avLst/>
                <a:gdLst/>
                <a:ahLst/>
                <a:cxnLst/>
                <a:rect l="l" t="t" r="r" b="b"/>
                <a:pathLst>
                  <a:path w="228149" h="228182">
                    <a:moveTo>
                      <a:pt x="124037" y="174857"/>
                    </a:moveTo>
                    <a:cubicBezTo>
                      <a:pt x="127290" y="178111"/>
                      <a:pt x="127290" y="183385"/>
                      <a:pt x="124037" y="186639"/>
                    </a:cubicBezTo>
                    <a:lnTo>
                      <a:pt x="105348" y="205392"/>
                    </a:lnTo>
                    <a:cubicBezTo>
                      <a:pt x="82543" y="228182"/>
                      <a:pt x="45581" y="228170"/>
                      <a:pt x="22790" y="205366"/>
                    </a:cubicBezTo>
                    <a:cubicBezTo>
                      <a:pt x="0" y="182561"/>
                      <a:pt x="12" y="145599"/>
                      <a:pt x="22816" y="122808"/>
                    </a:cubicBezTo>
                    <a:lnTo>
                      <a:pt x="52112" y="93523"/>
                    </a:lnTo>
                    <a:cubicBezTo>
                      <a:pt x="73946" y="71666"/>
                      <a:pt x="109035" y="70620"/>
                      <a:pt x="132132" y="91138"/>
                    </a:cubicBezTo>
                    <a:cubicBezTo>
                      <a:pt x="135584" y="94199"/>
                      <a:pt x="135902" y="99479"/>
                      <a:pt x="132841" y="102931"/>
                    </a:cubicBezTo>
                    <a:cubicBezTo>
                      <a:pt x="129780" y="106383"/>
                      <a:pt x="124500" y="106700"/>
                      <a:pt x="121047" y="103639"/>
                    </a:cubicBezTo>
                    <a:cubicBezTo>
                      <a:pt x="104553" y="88991"/>
                      <a:pt x="79500" y="89736"/>
                      <a:pt x="63905" y="105337"/>
                    </a:cubicBezTo>
                    <a:lnTo>
                      <a:pt x="34610" y="134601"/>
                    </a:lnTo>
                    <a:cubicBezTo>
                      <a:pt x="18332" y="150879"/>
                      <a:pt x="18332" y="177269"/>
                      <a:pt x="34610" y="193546"/>
                    </a:cubicBezTo>
                    <a:cubicBezTo>
                      <a:pt x="50887" y="209824"/>
                      <a:pt x="77277" y="209824"/>
                      <a:pt x="93554" y="193546"/>
                    </a:cubicBezTo>
                    <a:lnTo>
                      <a:pt x="112244" y="174857"/>
                    </a:lnTo>
                    <a:cubicBezTo>
                      <a:pt x="113807" y="173292"/>
                      <a:pt x="115929" y="172412"/>
                      <a:pt x="118141" y="172412"/>
                    </a:cubicBezTo>
                    <a:cubicBezTo>
                      <a:pt x="120353" y="172412"/>
                      <a:pt x="122474" y="173292"/>
                      <a:pt x="124037" y="174857"/>
                    </a:cubicBezTo>
                    <a:close/>
                    <a:moveTo>
                      <a:pt x="205381" y="22754"/>
                    </a:moveTo>
                    <a:cubicBezTo>
                      <a:pt x="182576" y="0"/>
                      <a:pt x="145655" y="0"/>
                      <a:pt x="122850" y="22754"/>
                    </a:cubicBezTo>
                    <a:lnTo>
                      <a:pt x="104160" y="41475"/>
                    </a:lnTo>
                    <a:cubicBezTo>
                      <a:pt x="100906" y="44732"/>
                      <a:pt x="100909" y="50009"/>
                      <a:pt x="104165" y="53263"/>
                    </a:cubicBezTo>
                    <a:cubicBezTo>
                      <a:pt x="107422" y="56517"/>
                      <a:pt x="112699" y="56515"/>
                      <a:pt x="115953" y="53258"/>
                    </a:cubicBezTo>
                    <a:lnTo>
                      <a:pt x="134643" y="34568"/>
                    </a:lnTo>
                    <a:cubicBezTo>
                      <a:pt x="150920" y="18291"/>
                      <a:pt x="177311" y="18291"/>
                      <a:pt x="193588" y="34568"/>
                    </a:cubicBezTo>
                    <a:cubicBezTo>
                      <a:pt x="209865" y="50845"/>
                      <a:pt x="209865" y="77236"/>
                      <a:pt x="193588" y="93513"/>
                    </a:cubicBezTo>
                    <a:lnTo>
                      <a:pt x="164292" y="122808"/>
                    </a:lnTo>
                    <a:cubicBezTo>
                      <a:pt x="148688" y="138401"/>
                      <a:pt x="123636" y="139132"/>
                      <a:pt x="107150" y="124475"/>
                    </a:cubicBezTo>
                    <a:cubicBezTo>
                      <a:pt x="103698" y="121414"/>
                      <a:pt x="98418" y="121731"/>
                      <a:pt x="95357" y="125184"/>
                    </a:cubicBezTo>
                    <a:cubicBezTo>
                      <a:pt x="92296" y="128636"/>
                      <a:pt x="92613" y="133916"/>
                      <a:pt x="96065" y="136977"/>
                    </a:cubicBezTo>
                    <a:cubicBezTo>
                      <a:pt x="119157" y="157500"/>
                      <a:pt x="154246" y="156463"/>
                      <a:pt x="176086" y="134612"/>
                    </a:cubicBezTo>
                    <a:lnTo>
                      <a:pt x="205381" y="105327"/>
                    </a:lnTo>
                    <a:cubicBezTo>
                      <a:pt x="228149" y="82519"/>
                      <a:pt x="228149" y="45583"/>
                      <a:pt x="205381" y="22775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918258" y="2643664"/>
              <a:ext cx="166501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topK → 回连 items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59165" y="2915602"/>
              <a:ext cx="2464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platform / tag 过滤写在 SQL 里，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59165" y="308705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且在 RRF 截断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之前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59165" y="3258502"/>
              <a:ext cx="2142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严格过滤不会被全局 topK 饿死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4533900"/>
            <a:ext cx="3352800" cy="1676400"/>
            <a:chOff x="609600" y="4533900"/>
            <a:chExt cx="3352800" cy="1676400"/>
          </a:xfrm>
        </p:grpSpPr>
        <p:sp>
          <p:nvSpPr>
            <p:cNvPr id="49" name="Rectangle 49"/>
            <p:cNvSpPr/>
            <p:nvPr/>
          </p:nvSpPr>
          <p:spPr>
            <a:xfrm>
              <a:off x="609600" y="4533900"/>
              <a:ext cx="3352800" cy="1676400"/>
            </a:xfrm>
            <a:prstGeom prst="roundRect">
              <a:avLst>
                <a:gd name="adj" fmla="val 6818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3908" y="47010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为什么只用排名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6765" y="501110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cosine 与 word_similarity 量纲不同，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765" y="5220652"/>
              <a:ext cx="29327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直接加权相加没有意义。RRF 只消费名次，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6765" y="54302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k = 60，列表内同 id 只计首次，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6765" y="5639752"/>
              <a:ext cx="3017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score DESC + id ASC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保证确定序，可单测。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267200" y="4533900"/>
            <a:ext cx="3408902" cy="1676400"/>
            <a:chOff x="4267200" y="4533900"/>
            <a:chExt cx="3408902" cy="1676400"/>
          </a:xfrm>
        </p:grpSpPr>
        <p:sp>
          <p:nvSpPr>
            <p:cNvPr id="56" name="Rectangle 56"/>
            <p:cNvSpPr/>
            <p:nvPr/>
          </p:nvSpPr>
          <p:spPr>
            <a:xfrm>
              <a:off x="4267200" y="4533900"/>
              <a:ext cx="3352800" cy="1676400"/>
            </a:xfrm>
            <a:prstGeom prst="roundRect">
              <a:avLst>
                <a:gd name="adj" fmla="val 6818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441508" y="4701064"/>
              <a:ext cx="15379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为什么不是 BM25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44365" y="5011102"/>
              <a:ext cx="31550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浏览器里的 PGlite 没有 tsvector 中文分词，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44365" y="522065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也没有 zhparser / pgroonga。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444365" y="5430202"/>
              <a:ext cx="3231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pg_trgm 已随 v001 迁移装好并建了 GIN 索引，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444365" y="5639752"/>
              <a:ext cx="28023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trigram 是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当前运行时里的现实最优解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924800" y="4533900"/>
            <a:ext cx="3775014" cy="1676400"/>
            <a:chOff x="7924800" y="4533900"/>
            <a:chExt cx="3775014" cy="1676400"/>
          </a:xfrm>
        </p:grpSpPr>
        <p:sp>
          <p:nvSpPr>
            <p:cNvPr id="63" name="Rectangle 63"/>
            <p:cNvSpPr/>
            <p:nvPr/>
          </p:nvSpPr>
          <p:spPr>
            <a:xfrm>
              <a:off x="7924800" y="4533900"/>
              <a:ext cx="3657600" cy="1676400"/>
            </a:xfrm>
            <a:prstGeom prst="roundRect">
              <a:avLst>
                <a:gd name="adj" fmla="val 6818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099108" y="4701064"/>
              <a:ext cx="36007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为什么 word_similarity 而非 similarity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01965" y="5011102"/>
              <a:ext cx="23882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短 query 对长中文 chunk，实测：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01965" y="5220652"/>
              <a:ext cx="2533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Consolas"/>
                  <a:ea typeface="Microsoft YaHei"/>
                  <a:cs typeface="Consolas"/>
                </a:rPr>
                <a:t>similarity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= </a:t>
              </a:r>
              <a:r>
                <a:rPr lang="zh-CN" sz="1050" b="1" dirty="0">
                  <a:solidFill>
                    <a:srgbClr val="E53935"/>
                  </a:solidFill>
                  <a:latin typeface="Arial"/>
                  <a:ea typeface="Microsoft YaHei"/>
                  <a:cs typeface="Arial"/>
                </a:rPr>
                <a:t>0.105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（被长文本稀释）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01965" y="5430202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Consolas"/>
                  <a:ea typeface="Microsoft YaHei"/>
                  <a:cs typeface="Consolas"/>
                </a:rPr>
                <a:t>word_similarity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= </a:t>
              </a:r>
              <a:r>
                <a:rPr lang="zh-CN" sz="10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0.4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（非对称最佳子串）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01965" y="5639752"/>
              <a:ext cx="26950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有据偏离 PRD，理由写进 CLAUDE.md。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70" name="Line 70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163490" y="65893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08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  <p:bldP spid="30" grpId="0"/>
      <p:bldP spid="39" grpId="0"/>
      <p:bldP spid="48" grpId="0"/>
      <p:bldP spid="55" grpId="0"/>
      <p:bldP spid="62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7690961" cy="739140"/>
            <a:chOff x="609600" y="584835"/>
            <a:chExt cx="7690961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495439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Prompt 是契约，不是人设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75195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每一行都在授予一个动作、划一条边界或设一个条件；lib/chat/prompts.ts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6265" y="1505902"/>
            <a:ext cx="5280018" cy="2863692"/>
            <a:chOff x="596265" y="1505902"/>
            <a:chExt cx="5280018" cy="2863692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1505902"/>
              <a:ext cx="42438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CHAT_SYSTEM_PROMPT · 7 条硬规则（稳定前缀，永不漂移）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619125" y="1781175"/>
              <a:ext cx="247650" cy="247650"/>
            </a:xfrm>
            <a:prstGeom prst="ellipse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5462" y="18392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4408" y="1824514"/>
              <a:ext cx="46877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先调用 </a:t>
              </a:r>
              <a:r>
                <a:rPr lang="zh-CN" sz="1275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searchKnowledgeBase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再作答，禁止凭训练记忆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19125" y="2162175"/>
              <a:ext cx="247650" cy="247650"/>
            </a:xfrm>
            <a:prstGeom prst="ellipse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5334" y="22202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408" y="2205514"/>
              <a:ext cx="43339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只基于检索结果作答，并写出每条引用的 </a:t>
              </a:r>
              <a:r>
                <a:rPr lang="zh-CN" sz="1275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title / url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19125" y="2543175"/>
              <a:ext cx="247650" cy="247650"/>
            </a:xfrm>
            <a:prstGeom prst="ellipse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5334" y="26012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4408" y="2586514"/>
              <a:ext cx="41011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count = 0 就如实说"没找到"，不编造事实或链接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19125" y="2924175"/>
              <a:ext cx="247650" cy="247650"/>
            </a:xfrm>
            <a:prstGeom prst="ellipse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5334" y="29822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4408" y="2967514"/>
              <a:ext cx="49018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片段不够 → getItemContent 读全文；要缩范围 → listTags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19125" y="3305175"/>
              <a:ext cx="247650" cy="247650"/>
            </a:xfrm>
            <a:prstGeom prst="ellipse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5334" y="33632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4408" y="3348514"/>
              <a:ext cx="41290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信息不足或问题含糊，先向用户追问，不凭空假设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19125" y="3686175"/>
              <a:ext cx="247650" cy="247650"/>
            </a:xfrm>
            <a:prstGeom prst="ellipse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5334" y="37442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4408" y="3729514"/>
              <a:ext cx="41290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只读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：不会也不能修改、删除、新增任何收藏数据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19125" y="4067175"/>
              <a:ext cx="247650" cy="247650"/>
            </a:xfrm>
            <a:prstGeom prst="ellipse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5334" y="41252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4408" y="4110514"/>
              <a:ext cx="48739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不臆造未检索到的事实、数字、标题、链接；诚实告知边界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4552950"/>
            <a:ext cx="5295900" cy="914400"/>
            <a:chOff x="609600" y="4552950"/>
            <a:chExt cx="5295900" cy="914400"/>
          </a:xfrm>
        </p:grpSpPr>
        <p:sp>
          <p:nvSpPr>
            <p:cNvPr id="30" name="Rectangle 30"/>
            <p:cNvSpPr/>
            <p:nvPr/>
          </p:nvSpPr>
          <p:spPr>
            <a:xfrm>
              <a:off x="609600" y="4552950"/>
              <a:ext cx="5295900" cy="914400"/>
            </a:xfrm>
            <a:prstGeom prst="roundRect">
              <a:avLst>
                <a:gd name="adj" fmla="val 12500"/>
              </a:avLst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8670" y="4684395"/>
              <a:ext cx="30395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buildContextSuffix({ now }) · 每次请求动态拼接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491585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# 当前上下文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5125402"/>
              <a:ext cx="40215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今天的日期是 </a:t>
              </a:r>
              <a:r>
                <a:rPr lang="zh-CN" sz="1050" dirty="0">
                  <a:solidFill>
                    <a:srgbClr val="FC7E5B"/>
                  </a:solidFill>
                  <a:latin typeface="Consolas"/>
                  <a:ea typeface="Microsoft YaHei"/>
                  <a:cs typeface="Consolas"/>
                </a:rPr>
                <a:t>2026-08-20</a:t>
              </a:r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。涉及"最近 / 最新"以此为准。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695950"/>
            <a:ext cx="5894666" cy="559594"/>
            <a:chOff x="609600" y="5695950"/>
            <a:chExt cx="5894666" cy="559594"/>
          </a:xfrm>
        </p:grpSpPr>
        <p:sp>
          <p:nvSpPr>
            <p:cNvPr id="35" name="Rectangle 35"/>
            <p:cNvSpPr/>
            <p:nvPr/>
          </p:nvSpPr>
          <p:spPr>
            <a:xfrm>
              <a:off x="609600" y="5695950"/>
              <a:ext cx="38100" cy="4953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5808" y="5767864"/>
              <a:ext cx="5555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模型有训练截止日，不知道"今天"；稳定前缀 + 动态后缀分离，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808" y="5996464"/>
              <a:ext cx="57584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prompts.test.ts 锁定关键硬规则词与日期注入，改一个字就会红。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0" y="1428750"/>
            <a:ext cx="5486400" cy="3505200"/>
            <a:chOff x="6096000" y="1428750"/>
            <a:chExt cx="5486400" cy="3505200"/>
          </a:xfrm>
        </p:grpSpPr>
        <p:sp>
          <p:nvSpPr>
            <p:cNvPr id="39" name="Rectangle 39"/>
            <p:cNvSpPr/>
            <p:nvPr/>
          </p:nvSpPr>
          <p:spPr>
            <a:xfrm>
              <a:off x="6096000" y="1428750"/>
              <a:ext cx="5486400" cy="3505200"/>
            </a:xfrm>
            <a:prstGeom prst="roundRect">
              <a:avLst>
                <a:gd name="adj" fmla="val 3261"/>
              </a:avLst>
            </a:prstGeom>
            <a:solidFill>
              <a:srgbClr val="1F1B17"/>
            </a:solidFill>
            <a:ln>
              <a:noFill/>
            </a:ln>
            <a:effectLst>
              <a:outerShdw blurRad="190500" dist="57150" dir="5400000" algn="ctr" rotWithShape="0">
                <a:srgbClr val="1F1B17">
                  <a:alpha val="9000"/>
                </a:srgbClr>
              </a:outerShdw>
            </a:effectLst>
          </p:spPr>
        </p:sp>
        <p:sp>
          <p:nvSpPr>
            <p:cNvPr id="40" name="Ellipse 40"/>
            <p:cNvSpPr/>
            <p:nvPr/>
          </p:nvSpPr>
          <p:spPr>
            <a:xfrm>
              <a:off x="6257925" y="1514475"/>
              <a:ext cx="57150" cy="57150"/>
            </a:xfrm>
            <a:prstGeom prst="ellipse">
              <a:avLst/>
            </a:prstGeom>
            <a:solidFill>
              <a:srgbClr val="A89F94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353175" y="1514475"/>
              <a:ext cx="57150" cy="57150"/>
            </a:xfrm>
            <a:prstGeom prst="ellipse">
              <a:avLst/>
            </a:prstGeom>
            <a:solidFill>
              <a:srgbClr val="A89F94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448425" y="1514475"/>
              <a:ext cx="57150" cy="57150"/>
            </a:xfrm>
            <a:prstGeom prst="ellipse">
              <a:avLst/>
            </a:prstGeom>
            <a:solidFill>
              <a:srgbClr val="A89F94"/>
            </a:solidFill>
            <a:ln>
              <a:noFill/>
            </a:ln>
          </p:spPr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rcRect l="72" t="0" r="72" b="0"/>
            <a:stretch>
              <a:fillRect/>
            </a:stretch>
          </p:blipFill>
          <p:spPr>
            <a:xfrm>
              <a:off x="6191250" y="1619250"/>
              <a:ext cx="5295900" cy="3314700"/>
            </a:xfrm>
            <a:prstGeom prst="roundRect">
              <a:avLst>
                <a:gd name="adj" fmla="val 2298"/>
              </a:avLst>
            </a:prstGeom>
          </p:spPr>
        </p:pic>
      </p:grpSp>
      <p:grpSp>
        <p:nvGrpSpPr>
          <p:cNvPr id="52" name="Group 52"/>
          <p:cNvGrpSpPr/>
          <p:nvPr/>
        </p:nvGrpSpPr>
        <p:grpSpPr>
          <a:xfrm>
            <a:off x="6082665" y="5236237"/>
            <a:ext cx="5501354" cy="959775"/>
            <a:chOff x="6082665" y="5236237"/>
            <a:chExt cx="5501354" cy="959775"/>
          </a:xfrm>
        </p:grpSpPr>
        <p:grpSp>
          <p:nvGrpSpPr>
            <p:cNvPr id="47" name="Group 47"/>
            <p:cNvGrpSpPr/>
            <p:nvPr/>
          </p:nvGrpSpPr>
          <p:grpSpPr>
            <a:xfrm>
              <a:off x="6112501" y="5236237"/>
              <a:ext cx="195556" cy="195585"/>
              <a:chOff x="6112501" y="5236237"/>
              <a:chExt cx="195556" cy="19558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120624" y="5244324"/>
                <a:ext cx="179353" cy="179353"/>
              </a:xfrm>
              <a:custGeom>
                <a:avLst/>
                <a:gdLst/>
                <a:ahLst/>
                <a:cxnLst/>
                <a:rect l="l" t="t" r="r" b="b"/>
                <a:pathLst>
                  <a:path w="179353" h="179353">
                    <a:moveTo>
                      <a:pt x="162846" y="77121"/>
                    </a:moveTo>
                    <a:lnTo>
                      <a:pt x="137843" y="102124"/>
                    </a:lnTo>
                    <a:cubicBezTo>
                      <a:pt x="131432" y="108556"/>
                      <a:pt x="123136" y="112773"/>
                      <a:pt x="114162" y="114162"/>
                    </a:cubicBezTo>
                    <a:cubicBezTo>
                      <a:pt x="112773" y="123136"/>
                      <a:pt x="108556" y="131432"/>
                      <a:pt x="102124" y="137843"/>
                    </a:cubicBezTo>
                    <a:lnTo>
                      <a:pt x="77121" y="162846"/>
                    </a:lnTo>
                    <a:cubicBezTo>
                      <a:pt x="60344" y="179353"/>
                      <a:pt x="33395" y="179243"/>
                      <a:pt x="16752" y="162600"/>
                    </a:cubicBezTo>
                    <a:cubicBezTo>
                      <a:pt x="110" y="145958"/>
                      <a:pt x="0" y="119009"/>
                      <a:pt x="16506" y="102231"/>
                    </a:cubicBezTo>
                    <a:lnTo>
                      <a:pt x="41510" y="77228"/>
                    </a:lnTo>
                    <a:cubicBezTo>
                      <a:pt x="47921" y="70797"/>
                      <a:pt x="56217" y="66580"/>
                      <a:pt x="65191" y="65191"/>
                    </a:cubicBezTo>
                    <a:cubicBezTo>
                      <a:pt x="66580" y="56217"/>
                      <a:pt x="70797" y="47921"/>
                      <a:pt x="77228" y="41510"/>
                    </a:cubicBezTo>
                    <a:lnTo>
                      <a:pt x="102231" y="16506"/>
                    </a:lnTo>
                    <a:cubicBezTo>
                      <a:pt x="119009" y="0"/>
                      <a:pt x="145958" y="110"/>
                      <a:pt x="162600" y="16752"/>
                    </a:cubicBezTo>
                    <a:cubicBezTo>
                      <a:pt x="179243" y="33395"/>
                      <a:pt x="179353" y="60344"/>
                      <a:pt x="162846" y="77121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112501" y="5236237"/>
                <a:ext cx="195556" cy="195585"/>
              </a:xfrm>
              <a:custGeom>
                <a:avLst/>
                <a:gdLst/>
                <a:ahLst/>
                <a:cxnLst/>
                <a:rect l="l" t="t" r="r" b="b"/>
                <a:pathLst>
                  <a:path w="195556" h="195585">
                    <a:moveTo>
                      <a:pt x="106318" y="149877"/>
                    </a:moveTo>
                    <a:cubicBezTo>
                      <a:pt x="109105" y="152666"/>
                      <a:pt x="109105" y="157187"/>
                      <a:pt x="106318" y="159976"/>
                    </a:cubicBezTo>
                    <a:lnTo>
                      <a:pt x="90298" y="176050"/>
                    </a:lnTo>
                    <a:cubicBezTo>
                      <a:pt x="70751" y="195585"/>
                      <a:pt x="39069" y="195575"/>
                      <a:pt x="19535" y="176028"/>
                    </a:cubicBezTo>
                    <a:cubicBezTo>
                      <a:pt x="0" y="156481"/>
                      <a:pt x="10" y="124799"/>
                      <a:pt x="19557" y="105264"/>
                    </a:cubicBezTo>
                    <a:lnTo>
                      <a:pt x="44667" y="80163"/>
                    </a:lnTo>
                    <a:cubicBezTo>
                      <a:pt x="63382" y="61428"/>
                      <a:pt x="93458" y="60531"/>
                      <a:pt x="113256" y="78118"/>
                    </a:cubicBezTo>
                    <a:cubicBezTo>
                      <a:pt x="116215" y="80742"/>
                      <a:pt x="116487" y="85267"/>
                      <a:pt x="113863" y="88226"/>
                    </a:cubicBezTo>
                    <a:cubicBezTo>
                      <a:pt x="111240" y="91185"/>
                      <a:pt x="106714" y="91457"/>
                      <a:pt x="103755" y="88834"/>
                    </a:cubicBezTo>
                    <a:cubicBezTo>
                      <a:pt x="89617" y="76278"/>
                      <a:pt x="68143" y="76916"/>
                      <a:pt x="54776" y="90289"/>
                    </a:cubicBezTo>
                    <a:lnTo>
                      <a:pt x="29665" y="115373"/>
                    </a:lnTo>
                    <a:cubicBezTo>
                      <a:pt x="15713" y="129325"/>
                      <a:pt x="15713" y="151945"/>
                      <a:pt x="29665" y="165897"/>
                    </a:cubicBezTo>
                    <a:cubicBezTo>
                      <a:pt x="43617" y="179849"/>
                      <a:pt x="66238" y="179849"/>
                      <a:pt x="80189" y="165897"/>
                    </a:cubicBezTo>
                    <a:lnTo>
                      <a:pt x="96209" y="149877"/>
                    </a:lnTo>
                    <a:cubicBezTo>
                      <a:pt x="97549" y="148536"/>
                      <a:pt x="99368" y="147782"/>
                      <a:pt x="101264" y="147782"/>
                    </a:cubicBezTo>
                    <a:cubicBezTo>
                      <a:pt x="103160" y="147782"/>
                      <a:pt x="104978" y="148536"/>
                      <a:pt x="106318" y="149877"/>
                    </a:cubicBezTo>
                    <a:close/>
                    <a:moveTo>
                      <a:pt x="176041" y="19504"/>
                    </a:moveTo>
                    <a:cubicBezTo>
                      <a:pt x="156493" y="0"/>
                      <a:pt x="124847" y="0"/>
                      <a:pt x="105300" y="19504"/>
                    </a:cubicBezTo>
                    <a:lnTo>
                      <a:pt x="89280" y="35550"/>
                    </a:lnTo>
                    <a:cubicBezTo>
                      <a:pt x="86491" y="38342"/>
                      <a:pt x="86493" y="42865"/>
                      <a:pt x="89284" y="45654"/>
                    </a:cubicBezTo>
                    <a:cubicBezTo>
                      <a:pt x="92076" y="48443"/>
                      <a:pt x="96599" y="48441"/>
                      <a:pt x="99388" y="45650"/>
                    </a:cubicBezTo>
                    <a:lnTo>
                      <a:pt x="115408" y="29630"/>
                    </a:lnTo>
                    <a:cubicBezTo>
                      <a:pt x="129360" y="15678"/>
                      <a:pt x="151980" y="15678"/>
                      <a:pt x="165932" y="29630"/>
                    </a:cubicBezTo>
                    <a:cubicBezTo>
                      <a:pt x="179884" y="43582"/>
                      <a:pt x="179884" y="66202"/>
                      <a:pt x="165932" y="80154"/>
                    </a:cubicBezTo>
                    <a:lnTo>
                      <a:pt x="140822" y="105264"/>
                    </a:lnTo>
                    <a:cubicBezTo>
                      <a:pt x="127447" y="118629"/>
                      <a:pt x="105974" y="119256"/>
                      <a:pt x="91843" y="106693"/>
                    </a:cubicBezTo>
                    <a:cubicBezTo>
                      <a:pt x="88884" y="104069"/>
                      <a:pt x="84358" y="104341"/>
                      <a:pt x="81734" y="107300"/>
                    </a:cubicBezTo>
                    <a:cubicBezTo>
                      <a:pt x="79111" y="110259"/>
                      <a:pt x="79383" y="114785"/>
                      <a:pt x="82342" y="117409"/>
                    </a:cubicBezTo>
                    <a:cubicBezTo>
                      <a:pt x="102135" y="135000"/>
                      <a:pt x="132211" y="134111"/>
                      <a:pt x="150930" y="115382"/>
                    </a:cubicBezTo>
                    <a:lnTo>
                      <a:pt x="176041" y="90280"/>
                    </a:lnTo>
                    <a:cubicBezTo>
                      <a:pt x="195556" y="70731"/>
                      <a:pt x="195556" y="39071"/>
                      <a:pt x="176041" y="19521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403658" y="5253514"/>
              <a:ext cx="17921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来源必须可点回原文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82665" y="5563552"/>
              <a:ext cx="5486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回答正文里的编号标题是可点击链接；回合结束后按 itemId 去重生成来源卡片，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82665" y="5773102"/>
              <a:ext cx="55013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点击 </a:t>
              </a:r>
              <a:r>
                <a:rPr lang="zh-CN" sz="1050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window.open(url, '_blank', 'noopener,noreferrer')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直开原始收藏。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82665" y="5982652"/>
              <a:ext cx="4910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诚实取舍：库里没有 item 级内部详情路由，所以不伪造"应用内跳转"。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53" name="Line 53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63490" y="65893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09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4" grpId="0"/>
      <p:bldP spid="38" grpId="0"/>
      <p:bldP spid="44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8588635" cy="739140"/>
            <a:chOff x="609600" y="584835"/>
            <a:chExt cx="8588635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84324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让"可信"成为代码约束，而不是 prompt 祈祷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78481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prompt 只能请求模型守规矩；下面六件事由类型、SQL、运行时和测试强制执行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428750"/>
            <a:ext cx="3531346" cy="2286000"/>
            <a:chOff x="609600" y="1428750"/>
            <a:chExt cx="3531346" cy="2286000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3505200" cy="2286000"/>
            </a:xfrm>
            <a:prstGeom prst="roundRect">
              <a:avLst>
                <a:gd name="adj" fmla="val 5000"/>
              </a:avLst>
            </a:prstGeom>
            <a:solidFill>
              <a:srgbClr val="F5F1EA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81062" y="1710928"/>
              <a:ext cx="257175" cy="268256"/>
              <a:chOff x="881062" y="1710928"/>
              <a:chExt cx="257175" cy="26825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91778" y="1721644"/>
                <a:ext cx="235744" cy="246620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246620">
                    <a:moveTo>
                      <a:pt x="235744" y="10716"/>
                    </a:moveTo>
                    <a:lnTo>
                      <a:pt x="235744" y="89435"/>
                    </a:lnTo>
                    <a:cubicBezTo>
                      <a:pt x="235744" y="202190"/>
                      <a:pt x="140227" y="239548"/>
                      <a:pt x="121167" y="245883"/>
                    </a:cubicBezTo>
                    <a:cubicBezTo>
                      <a:pt x="119032" y="246620"/>
                      <a:pt x="116712" y="246620"/>
                      <a:pt x="114577" y="245883"/>
                    </a:cubicBezTo>
                    <a:cubicBezTo>
                      <a:pt x="95516" y="239575"/>
                      <a:pt x="0" y="202257"/>
                      <a:pt x="0" y="89462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225028" y="0"/>
                    </a:lnTo>
                    <a:cubicBezTo>
                      <a:pt x="230946" y="0"/>
                      <a:pt x="235744" y="4798"/>
                      <a:pt x="235744" y="10716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81062" y="1710928"/>
                <a:ext cx="257175" cy="268256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68256">
                    <a:moveTo>
                      <a:pt x="235744" y="0"/>
                    </a:moveTo>
                    <a:lnTo>
                      <a:pt x="21431" y="0"/>
                    </a:lnTo>
                    <a:cubicBezTo>
                      <a:pt x="9595" y="0"/>
                      <a:pt x="0" y="9595"/>
                      <a:pt x="0" y="21431"/>
                    </a:cubicBezTo>
                    <a:lnTo>
                      <a:pt x="0" y="100164"/>
                    </a:lnTo>
                    <a:cubicBezTo>
                      <a:pt x="0" y="220193"/>
                      <a:pt x="101557" y="260015"/>
                      <a:pt x="121890" y="266779"/>
                    </a:cubicBezTo>
                    <a:cubicBezTo>
                      <a:pt x="126233" y="268256"/>
                      <a:pt x="130942" y="268256"/>
                      <a:pt x="135285" y="266779"/>
                    </a:cubicBezTo>
                    <a:cubicBezTo>
                      <a:pt x="155644" y="260015"/>
                      <a:pt x="257175" y="220193"/>
                      <a:pt x="257175" y="100164"/>
                    </a:cubicBezTo>
                    <a:lnTo>
                      <a:pt x="257175" y="21431"/>
                    </a:lnTo>
                    <a:cubicBezTo>
                      <a:pt x="257175" y="9595"/>
                      <a:pt x="247580" y="0"/>
                      <a:pt x="235744" y="0"/>
                    </a:cubicBezTo>
                    <a:close/>
                    <a:moveTo>
                      <a:pt x="235744" y="100178"/>
                    </a:moveTo>
                    <a:cubicBezTo>
                      <a:pt x="235744" y="205218"/>
                      <a:pt x="146871" y="240311"/>
                      <a:pt x="128588" y="246419"/>
                    </a:cubicBezTo>
                    <a:cubicBezTo>
                      <a:pt x="110465" y="240378"/>
                      <a:pt x="21431" y="205311"/>
                      <a:pt x="21431" y="100178"/>
                    </a:cubicBezTo>
                    <a:lnTo>
                      <a:pt x="21431" y="21431"/>
                    </a:lnTo>
                    <a:lnTo>
                      <a:pt x="235744" y="21431"/>
                    </a:lnTo>
                    <a:close/>
                    <a:moveTo>
                      <a:pt x="67428" y="136169"/>
                    </a:moveTo>
                    <a:cubicBezTo>
                      <a:pt x="63241" y="131982"/>
                      <a:pt x="63241" y="125193"/>
                      <a:pt x="67428" y="121006"/>
                    </a:cubicBezTo>
                    <a:cubicBezTo>
                      <a:pt x="71615" y="116819"/>
                      <a:pt x="78404" y="116819"/>
                      <a:pt x="82591" y="121006"/>
                    </a:cubicBezTo>
                    <a:lnTo>
                      <a:pt x="107156" y="145572"/>
                    </a:lnTo>
                    <a:lnTo>
                      <a:pt x="174584" y="78144"/>
                    </a:lnTo>
                    <a:cubicBezTo>
                      <a:pt x="178771" y="73957"/>
                      <a:pt x="185560" y="73957"/>
                      <a:pt x="189747" y="78144"/>
                    </a:cubicBezTo>
                    <a:cubicBezTo>
                      <a:pt x="193934" y="82331"/>
                      <a:pt x="193934" y="89119"/>
                      <a:pt x="189747" y="93306"/>
                    </a:cubicBezTo>
                    <a:lnTo>
                      <a:pt x="114738" y="168316"/>
                    </a:lnTo>
                    <a:cubicBezTo>
                      <a:pt x="112728" y="170328"/>
                      <a:pt x="110000" y="171458"/>
                      <a:pt x="107156" y="171458"/>
                    </a:cubicBezTo>
                    <a:cubicBezTo>
                      <a:pt x="104312" y="171458"/>
                      <a:pt x="101585" y="170328"/>
                      <a:pt x="99575" y="168316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276350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只读铁律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865" y="2210752"/>
              <a:ext cx="3032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检索面 retrieval / tools / agent 三个模块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865" y="2420302"/>
              <a:ext cx="1805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对知识库表只发 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SELECT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4865" y="2629852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没有 insert / update / delete / DDL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865" y="2839402"/>
              <a:ext cx="33160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Chat 唯一的写入是自有表 chat_conversations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865" y="3048952"/>
              <a:ext cx="3116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LLM 再怎么被诱导，也没有能写库的工具可调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43400" y="1428750"/>
            <a:ext cx="3554349" cy="2286000"/>
            <a:chOff x="4343400" y="1428750"/>
            <a:chExt cx="3554349" cy="2286000"/>
          </a:xfrm>
        </p:grpSpPr>
        <p:sp>
          <p:nvSpPr>
            <p:cNvPr id="18" name="Rectangle 18"/>
            <p:cNvSpPr/>
            <p:nvPr/>
          </p:nvSpPr>
          <p:spPr>
            <a:xfrm>
              <a:off x="4343400" y="1428750"/>
              <a:ext cx="3505200" cy="2286000"/>
            </a:xfrm>
            <a:prstGeom prst="roundRect">
              <a:avLst>
                <a:gd name="adj" fmla="val 5000"/>
              </a:avLst>
            </a:prstGeom>
            <a:solidFill>
              <a:srgbClr val="F5F1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596752" y="1682155"/>
              <a:ext cx="293334" cy="293377"/>
              <a:chOff x="4596752" y="1682155"/>
              <a:chExt cx="293334" cy="29337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608936" y="1694286"/>
                <a:ext cx="269029" cy="269029"/>
              </a:xfrm>
              <a:custGeom>
                <a:avLst/>
                <a:gdLst/>
                <a:ahLst/>
                <a:cxnLst/>
                <a:rect l="l" t="t" r="r" b="b"/>
                <a:pathLst>
                  <a:path w="269029" h="269029">
                    <a:moveTo>
                      <a:pt x="244269" y="115682"/>
                    </a:moveTo>
                    <a:lnTo>
                      <a:pt x="206765" y="153186"/>
                    </a:lnTo>
                    <a:cubicBezTo>
                      <a:pt x="197148" y="162833"/>
                      <a:pt x="184703" y="169159"/>
                      <a:pt x="171242" y="171242"/>
                    </a:cubicBezTo>
                    <a:cubicBezTo>
                      <a:pt x="169159" y="184703"/>
                      <a:pt x="162833" y="197148"/>
                      <a:pt x="153186" y="206765"/>
                    </a:cubicBezTo>
                    <a:lnTo>
                      <a:pt x="115682" y="244269"/>
                    </a:lnTo>
                    <a:cubicBezTo>
                      <a:pt x="90515" y="269029"/>
                      <a:pt x="50092" y="268864"/>
                      <a:pt x="25128" y="243901"/>
                    </a:cubicBezTo>
                    <a:cubicBezTo>
                      <a:pt x="165" y="218937"/>
                      <a:pt x="0" y="178513"/>
                      <a:pt x="24760" y="153347"/>
                    </a:cubicBezTo>
                    <a:lnTo>
                      <a:pt x="62264" y="115842"/>
                    </a:lnTo>
                    <a:cubicBezTo>
                      <a:pt x="71881" y="106196"/>
                      <a:pt x="84326" y="99870"/>
                      <a:pt x="97787" y="97787"/>
                    </a:cubicBezTo>
                    <a:cubicBezTo>
                      <a:pt x="99870" y="84326"/>
                      <a:pt x="106196" y="71881"/>
                      <a:pt x="115842" y="62264"/>
                    </a:cubicBezTo>
                    <a:lnTo>
                      <a:pt x="153347" y="24760"/>
                    </a:lnTo>
                    <a:cubicBezTo>
                      <a:pt x="178513" y="0"/>
                      <a:pt x="218937" y="165"/>
                      <a:pt x="243901" y="25128"/>
                    </a:cubicBezTo>
                    <a:cubicBezTo>
                      <a:pt x="268864" y="50092"/>
                      <a:pt x="269029" y="90515"/>
                      <a:pt x="244269" y="115682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596752" y="1682155"/>
                <a:ext cx="293334" cy="293377"/>
              </a:xfrm>
              <a:custGeom>
                <a:avLst/>
                <a:gdLst/>
                <a:ahLst/>
                <a:cxnLst/>
                <a:rect l="l" t="t" r="r" b="b"/>
                <a:pathLst>
                  <a:path w="293334" h="293377">
                    <a:moveTo>
                      <a:pt x="159477" y="224816"/>
                    </a:moveTo>
                    <a:cubicBezTo>
                      <a:pt x="163658" y="229000"/>
                      <a:pt x="163658" y="235781"/>
                      <a:pt x="159477" y="239965"/>
                    </a:cubicBezTo>
                    <a:lnTo>
                      <a:pt x="135447" y="264075"/>
                    </a:lnTo>
                    <a:cubicBezTo>
                      <a:pt x="106126" y="293377"/>
                      <a:pt x="58604" y="293362"/>
                      <a:pt x="29302" y="264041"/>
                    </a:cubicBezTo>
                    <a:cubicBezTo>
                      <a:pt x="0" y="234721"/>
                      <a:pt x="15" y="187198"/>
                      <a:pt x="29335" y="157896"/>
                    </a:cubicBezTo>
                    <a:lnTo>
                      <a:pt x="67001" y="120244"/>
                    </a:lnTo>
                    <a:cubicBezTo>
                      <a:pt x="95073" y="92142"/>
                      <a:pt x="140187" y="90797"/>
                      <a:pt x="169884" y="117177"/>
                    </a:cubicBezTo>
                    <a:cubicBezTo>
                      <a:pt x="174323" y="121113"/>
                      <a:pt x="174731" y="127901"/>
                      <a:pt x="170795" y="132340"/>
                    </a:cubicBezTo>
                    <a:cubicBezTo>
                      <a:pt x="166859" y="136778"/>
                      <a:pt x="160071" y="137186"/>
                      <a:pt x="155632" y="133250"/>
                    </a:cubicBezTo>
                    <a:cubicBezTo>
                      <a:pt x="134425" y="114418"/>
                      <a:pt x="102215" y="115375"/>
                      <a:pt x="82163" y="135434"/>
                    </a:cubicBezTo>
                    <a:lnTo>
                      <a:pt x="44498" y="173059"/>
                    </a:lnTo>
                    <a:cubicBezTo>
                      <a:pt x="23570" y="193987"/>
                      <a:pt x="23570" y="227918"/>
                      <a:pt x="44498" y="248845"/>
                    </a:cubicBezTo>
                    <a:cubicBezTo>
                      <a:pt x="65426" y="269773"/>
                      <a:pt x="99356" y="269773"/>
                      <a:pt x="120284" y="248845"/>
                    </a:cubicBezTo>
                    <a:lnTo>
                      <a:pt x="144314" y="224816"/>
                    </a:lnTo>
                    <a:cubicBezTo>
                      <a:pt x="146324" y="222803"/>
                      <a:pt x="149051" y="221673"/>
                      <a:pt x="151895" y="221673"/>
                    </a:cubicBezTo>
                    <a:cubicBezTo>
                      <a:pt x="154739" y="221673"/>
                      <a:pt x="157467" y="222803"/>
                      <a:pt x="159477" y="224816"/>
                    </a:cubicBezTo>
                    <a:close/>
                    <a:moveTo>
                      <a:pt x="264061" y="29255"/>
                    </a:moveTo>
                    <a:cubicBezTo>
                      <a:pt x="234740" y="0"/>
                      <a:pt x="187271" y="0"/>
                      <a:pt x="157950" y="29255"/>
                    </a:cubicBezTo>
                    <a:lnTo>
                      <a:pt x="133920" y="53325"/>
                    </a:lnTo>
                    <a:cubicBezTo>
                      <a:pt x="129737" y="57512"/>
                      <a:pt x="129740" y="64298"/>
                      <a:pt x="133927" y="68481"/>
                    </a:cubicBezTo>
                    <a:cubicBezTo>
                      <a:pt x="138114" y="72665"/>
                      <a:pt x="144899" y="72662"/>
                      <a:pt x="149082" y="68475"/>
                    </a:cubicBezTo>
                    <a:lnTo>
                      <a:pt x="173112" y="44445"/>
                    </a:lnTo>
                    <a:cubicBezTo>
                      <a:pt x="194040" y="23517"/>
                      <a:pt x="227971" y="23517"/>
                      <a:pt x="248899" y="44445"/>
                    </a:cubicBezTo>
                    <a:cubicBezTo>
                      <a:pt x="269826" y="65373"/>
                      <a:pt x="269826" y="99303"/>
                      <a:pt x="248899" y="120231"/>
                    </a:cubicBezTo>
                    <a:lnTo>
                      <a:pt x="211233" y="157896"/>
                    </a:lnTo>
                    <a:cubicBezTo>
                      <a:pt x="191171" y="177944"/>
                      <a:pt x="158961" y="178883"/>
                      <a:pt x="137764" y="160040"/>
                    </a:cubicBezTo>
                    <a:cubicBezTo>
                      <a:pt x="133326" y="156104"/>
                      <a:pt x="126537" y="156512"/>
                      <a:pt x="122601" y="160950"/>
                    </a:cubicBezTo>
                    <a:cubicBezTo>
                      <a:pt x="118666" y="165389"/>
                      <a:pt x="119074" y="172177"/>
                      <a:pt x="123512" y="176113"/>
                    </a:cubicBezTo>
                    <a:cubicBezTo>
                      <a:pt x="153202" y="202500"/>
                      <a:pt x="198316" y="201167"/>
                      <a:pt x="226396" y="173072"/>
                    </a:cubicBezTo>
                    <a:lnTo>
                      <a:pt x="264061" y="135420"/>
                    </a:lnTo>
                    <a:cubicBezTo>
                      <a:pt x="293334" y="106096"/>
                      <a:pt x="293334" y="58606"/>
                      <a:pt x="264061" y="29282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010150" y="17430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来源可验证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58665" y="2210752"/>
              <a:ext cx="31550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回答里引用的 title / url 全部来自工具结果，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58665" y="242030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不是模型"记得"的链接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58665" y="2629852"/>
              <a:ext cx="33390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来源卡片按 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itemId 去重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，显示平台图标与匹配分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8665" y="2839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一键新标签页打开原始收藏，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8665" y="30489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用户自己核对上下文，而不是信任摘要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77200" y="1428750"/>
            <a:ext cx="3505200" cy="2286000"/>
            <a:chOff x="8077200" y="1428750"/>
            <a:chExt cx="3505200" cy="2286000"/>
          </a:xfrm>
        </p:grpSpPr>
        <p:sp>
          <p:nvSpPr>
            <p:cNvPr id="29" name="Rectangle 29"/>
            <p:cNvSpPr/>
            <p:nvPr/>
          </p:nvSpPr>
          <p:spPr>
            <a:xfrm>
              <a:off x="8077200" y="1428750"/>
              <a:ext cx="3505200" cy="2286000"/>
            </a:xfrm>
            <a:prstGeom prst="roundRect">
              <a:avLst>
                <a:gd name="adj" fmla="val 5000"/>
              </a:avLst>
            </a:prstGeom>
            <a:solidFill>
              <a:srgbClr val="F5F1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316208" y="1721644"/>
              <a:ext cx="322085" cy="214312"/>
              <a:chOff x="8316208" y="1721644"/>
              <a:chExt cx="322085" cy="21431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27231" y="1732359"/>
                <a:ext cx="300038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92881">
                    <a:moveTo>
                      <a:pt x="150019" y="0"/>
                    </a:moveTo>
                    <a:cubicBezTo>
                      <a:pt x="42862" y="0"/>
                      <a:pt x="0" y="96441"/>
                      <a:pt x="0" y="96441"/>
                    </a:cubicBezTo>
                    <a:cubicBezTo>
                      <a:pt x="0" y="96441"/>
                      <a:pt x="42862" y="192881"/>
                      <a:pt x="150019" y="192881"/>
                    </a:cubicBezTo>
                    <a:cubicBezTo>
                      <a:pt x="257175" y="192881"/>
                      <a:pt x="300038" y="96441"/>
                      <a:pt x="300038" y="96441"/>
                    </a:cubicBezTo>
                    <a:cubicBezTo>
                      <a:pt x="300038" y="96441"/>
                      <a:pt x="257175" y="0"/>
                      <a:pt x="150019" y="0"/>
                    </a:cubicBezTo>
                    <a:close/>
                    <a:moveTo>
                      <a:pt x="150019" y="150019"/>
                    </a:moveTo>
                    <a:cubicBezTo>
                      <a:pt x="120428" y="150019"/>
                      <a:pt x="96441" y="126031"/>
                      <a:pt x="96441" y="96441"/>
                    </a:cubicBezTo>
                    <a:cubicBezTo>
                      <a:pt x="96441" y="66850"/>
                      <a:pt x="120428" y="42862"/>
                      <a:pt x="150019" y="42862"/>
                    </a:cubicBezTo>
                    <a:cubicBezTo>
                      <a:pt x="179609" y="42862"/>
                      <a:pt x="203597" y="66850"/>
                      <a:pt x="203597" y="96441"/>
                    </a:cubicBezTo>
                    <a:cubicBezTo>
                      <a:pt x="203597" y="126031"/>
                      <a:pt x="179609" y="150019"/>
                      <a:pt x="150019" y="150019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16208" y="1721644"/>
                <a:ext cx="32208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22085" h="214312">
                    <a:moveTo>
                      <a:pt x="320852" y="102816"/>
                    </a:moveTo>
                    <a:cubicBezTo>
                      <a:pt x="320384" y="101758"/>
                      <a:pt x="309038" y="76590"/>
                      <a:pt x="283817" y="51368"/>
                    </a:cubicBezTo>
                    <a:cubicBezTo>
                      <a:pt x="250210" y="17761"/>
                      <a:pt x="207762" y="0"/>
                      <a:pt x="161042" y="0"/>
                    </a:cubicBezTo>
                    <a:cubicBezTo>
                      <a:pt x="114322" y="0"/>
                      <a:pt x="71875" y="17761"/>
                      <a:pt x="38268" y="51368"/>
                    </a:cubicBezTo>
                    <a:cubicBezTo>
                      <a:pt x="13046" y="76590"/>
                      <a:pt x="1647" y="101798"/>
                      <a:pt x="1232" y="102816"/>
                    </a:cubicBezTo>
                    <a:cubicBezTo>
                      <a:pt x="0" y="105588"/>
                      <a:pt x="0" y="108751"/>
                      <a:pt x="1232" y="111523"/>
                    </a:cubicBezTo>
                    <a:cubicBezTo>
                      <a:pt x="1701" y="112581"/>
                      <a:pt x="13046" y="137736"/>
                      <a:pt x="38268" y="162958"/>
                    </a:cubicBezTo>
                    <a:cubicBezTo>
                      <a:pt x="71875" y="196551"/>
                      <a:pt x="114322" y="214312"/>
                      <a:pt x="161042" y="214312"/>
                    </a:cubicBezTo>
                    <a:cubicBezTo>
                      <a:pt x="207762" y="214312"/>
                      <a:pt x="250210" y="196551"/>
                      <a:pt x="283817" y="162958"/>
                    </a:cubicBezTo>
                    <a:cubicBezTo>
                      <a:pt x="309038" y="137736"/>
                      <a:pt x="320384" y="112581"/>
                      <a:pt x="320852" y="111523"/>
                    </a:cubicBezTo>
                    <a:cubicBezTo>
                      <a:pt x="322085" y="108751"/>
                      <a:pt x="322085" y="105588"/>
                      <a:pt x="320852" y="102816"/>
                    </a:cubicBezTo>
                    <a:close/>
                    <a:moveTo>
                      <a:pt x="161042" y="192881"/>
                    </a:moveTo>
                    <a:cubicBezTo>
                      <a:pt x="119814" y="192881"/>
                      <a:pt x="83796" y="177893"/>
                      <a:pt x="53980" y="148344"/>
                    </a:cubicBezTo>
                    <a:cubicBezTo>
                      <a:pt x="41746" y="136178"/>
                      <a:pt x="31338" y="122305"/>
                      <a:pt x="23079" y="107156"/>
                    </a:cubicBezTo>
                    <a:cubicBezTo>
                      <a:pt x="31335" y="92006"/>
                      <a:pt x="41744" y="78133"/>
                      <a:pt x="53980" y="65968"/>
                    </a:cubicBezTo>
                    <a:cubicBezTo>
                      <a:pt x="83796" y="36420"/>
                      <a:pt x="119814" y="21431"/>
                      <a:pt x="161042" y="21431"/>
                    </a:cubicBezTo>
                    <a:cubicBezTo>
                      <a:pt x="202271" y="21431"/>
                      <a:pt x="238289" y="36420"/>
                      <a:pt x="268105" y="65968"/>
                    </a:cubicBezTo>
                    <a:cubicBezTo>
                      <a:pt x="280363" y="78130"/>
                      <a:pt x="290794" y="92003"/>
                      <a:pt x="299073" y="107156"/>
                    </a:cubicBezTo>
                    <a:cubicBezTo>
                      <a:pt x="289415" y="125185"/>
                      <a:pt x="247343" y="192881"/>
                      <a:pt x="161042" y="192881"/>
                    </a:cubicBezTo>
                    <a:close/>
                    <a:moveTo>
                      <a:pt x="161042" y="42862"/>
                    </a:moveTo>
                    <a:cubicBezTo>
                      <a:pt x="125534" y="42862"/>
                      <a:pt x="96749" y="71648"/>
                      <a:pt x="96749" y="107156"/>
                    </a:cubicBezTo>
                    <a:cubicBezTo>
                      <a:pt x="96749" y="142665"/>
                      <a:pt x="125534" y="171450"/>
                      <a:pt x="161042" y="171450"/>
                    </a:cubicBezTo>
                    <a:cubicBezTo>
                      <a:pt x="196551" y="171450"/>
                      <a:pt x="225336" y="142665"/>
                      <a:pt x="225336" y="107156"/>
                    </a:cubicBezTo>
                    <a:cubicBezTo>
                      <a:pt x="225299" y="71663"/>
                      <a:pt x="196535" y="42899"/>
                      <a:pt x="161042" y="42862"/>
                    </a:cubicBezTo>
                    <a:close/>
                    <a:moveTo>
                      <a:pt x="161042" y="150019"/>
                    </a:moveTo>
                    <a:cubicBezTo>
                      <a:pt x="137370" y="150019"/>
                      <a:pt x="118180" y="130829"/>
                      <a:pt x="118180" y="107156"/>
                    </a:cubicBezTo>
                    <a:cubicBezTo>
                      <a:pt x="118180" y="83484"/>
                      <a:pt x="137370" y="64294"/>
                      <a:pt x="161042" y="64294"/>
                    </a:cubicBezTo>
                    <a:cubicBezTo>
                      <a:pt x="184715" y="64294"/>
                      <a:pt x="203905" y="83484"/>
                      <a:pt x="203905" y="107156"/>
                    </a:cubicBezTo>
                    <a:cubicBezTo>
                      <a:pt x="203905" y="130829"/>
                      <a:pt x="184715" y="150019"/>
                      <a:pt x="161042" y="150019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743950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输出安全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2465" y="2210752"/>
              <a:ext cx="304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assistant 回答经 react-markdown 渲染，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92465" y="2420302"/>
              <a:ext cx="327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remark-gfm 支持表格；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不启用 rehype-raw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2465" y="2629852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LLM 输出的原始 HTML 一律转义为文本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2465" y="2839402"/>
              <a:ext cx="3178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链接 target=_blank + noopener noreferrer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92465" y="30489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测试锁定 HTML 转义与链接属性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3943350"/>
            <a:ext cx="3505200" cy="2286000"/>
            <a:chOff x="609600" y="3943350"/>
            <a:chExt cx="3505200" cy="2286000"/>
          </a:xfrm>
        </p:grpSpPr>
        <p:sp>
          <p:nvSpPr>
            <p:cNvPr id="40" name="Rectangle 40"/>
            <p:cNvSpPr/>
            <p:nvPr/>
          </p:nvSpPr>
          <p:spPr>
            <a:xfrm>
              <a:off x="609600" y="3943350"/>
              <a:ext cx="3505200" cy="2286000"/>
            </a:xfrm>
            <a:prstGeom prst="roundRect">
              <a:avLst>
                <a:gd name="adj" fmla="val 5000"/>
              </a:avLst>
            </a:prstGeom>
            <a:solidFill>
              <a:srgbClr val="F5F1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91778" y="4190996"/>
              <a:ext cx="235744" cy="302423"/>
              <a:chOff x="891778" y="4190996"/>
              <a:chExt cx="235744" cy="3024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02494" y="4204097"/>
                <a:ext cx="214312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78606">
                    <a:moveTo>
                      <a:pt x="214312" y="123230"/>
                    </a:moveTo>
                    <a:lnTo>
                      <a:pt x="214312" y="171450"/>
                    </a:lnTo>
                    <a:cubicBezTo>
                      <a:pt x="214312" y="230631"/>
                      <a:pt x="166337" y="278606"/>
                      <a:pt x="107156" y="278606"/>
                    </a:cubicBezTo>
                    <a:cubicBezTo>
                      <a:pt x="47975" y="278606"/>
                      <a:pt x="0" y="230631"/>
                      <a:pt x="0" y="171450"/>
                    </a:cubicBezTo>
                    <a:lnTo>
                      <a:pt x="0" y="69652"/>
                    </a:lnTo>
                    <a:cubicBezTo>
                      <a:pt x="0" y="54856"/>
                      <a:pt x="11994" y="42862"/>
                      <a:pt x="26789" y="42862"/>
                    </a:cubicBezTo>
                    <a:cubicBezTo>
                      <a:pt x="41584" y="42862"/>
                      <a:pt x="53578" y="54856"/>
                      <a:pt x="53578" y="69652"/>
                    </a:cubicBezTo>
                    <a:lnTo>
                      <a:pt x="53578" y="26789"/>
                    </a:lnTo>
                    <a:cubicBezTo>
                      <a:pt x="53578" y="11994"/>
                      <a:pt x="65572" y="0"/>
                      <a:pt x="80367" y="0"/>
                    </a:cubicBezTo>
                    <a:cubicBezTo>
                      <a:pt x="95162" y="0"/>
                      <a:pt x="107156" y="11994"/>
                      <a:pt x="107156" y="26789"/>
                    </a:cubicBezTo>
                    <a:lnTo>
                      <a:pt x="107156" y="48220"/>
                    </a:lnTo>
                    <a:cubicBezTo>
                      <a:pt x="107156" y="33425"/>
                      <a:pt x="119150" y="21431"/>
                      <a:pt x="133945" y="21431"/>
                    </a:cubicBezTo>
                    <a:cubicBezTo>
                      <a:pt x="148741" y="21431"/>
                      <a:pt x="160734" y="33425"/>
                      <a:pt x="160734" y="48220"/>
                    </a:cubicBezTo>
                    <a:lnTo>
                      <a:pt x="160734" y="123230"/>
                    </a:lnTo>
                    <a:cubicBezTo>
                      <a:pt x="160734" y="108434"/>
                      <a:pt x="172728" y="96441"/>
                      <a:pt x="187523" y="96441"/>
                    </a:cubicBezTo>
                    <a:cubicBezTo>
                      <a:pt x="202319" y="96441"/>
                      <a:pt x="214312" y="108434"/>
                      <a:pt x="214312" y="123230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91778" y="4190996"/>
                <a:ext cx="235744" cy="302423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302423">
                    <a:moveTo>
                      <a:pt x="198239" y="98826"/>
                    </a:moveTo>
                    <a:cubicBezTo>
                      <a:pt x="192677" y="98818"/>
                      <a:pt x="187184" y="100059"/>
                      <a:pt x="182166" y="102456"/>
                    </a:cubicBezTo>
                    <a:lnTo>
                      <a:pt x="182166" y="61321"/>
                    </a:lnTo>
                    <a:cubicBezTo>
                      <a:pt x="182162" y="48099"/>
                      <a:pt x="175197" y="35856"/>
                      <a:pt x="163833" y="29097"/>
                    </a:cubicBezTo>
                    <a:cubicBezTo>
                      <a:pt x="152469" y="22338"/>
                      <a:pt x="138386" y="22062"/>
                      <a:pt x="126766" y="28371"/>
                    </a:cubicBezTo>
                    <a:cubicBezTo>
                      <a:pt x="121085" y="10815"/>
                      <a:pt x="103479" y="0"/>
                      <a:pt x="85252" y="2869"/>
                    </a:cubicBezTo>
                    <a:cubicBezTo>
                      <a:pt x="67024" y="5738"/>
                      <a:pt x="53592" y="21439"/>
                      <a:pt x="53578" y="39890"/>
                    </a:cubicBezTo>
                    <a:lnTo>
                      <a:pt x="53578" y="48878"/>
                    </a:lnTo>
                    <a:cubicBezTo>
                      <a:pt x="48559" y="46481"/>
                      <a:pt x="43067" y="45240"/>
                      <a:pt x="37505" y="45248"/>
                    </a:cubicBezTo>
                    <a:cubicBezTo>
                      <a:pt x="16791" y="45248"/>
                      <a:pt x="0" y="62039"/>
                      <a:pt x="0" y="82753"/>
                    </a:cubicBezTo>
                    <a:lnTo>
                      <a:pt x="0" y="184551"/>
                    </a:lnTo>
                    <a:cubicBezTo>
                      <a:pt x="0" y="249650"/>
                      <a:pt x="52773" y="302423"/>
                      <a:pt x="117872" y="302423"/>
                    </a:cubicBezTo>
                    <a:cubicBezTo>
                      <a:pt x="182971" y="302423"/>
                      <a:pt x="235744" y="249650"/>
                      <a:pt x="235744" y="184551"/>
                    </a:cubicBezTo>
                    <a:lnTo>
                      <a:pt x="235744" y="136331"/>
                    </a:lnTo>
                    <a:cubicBezTo>
                      <a:pt x="235744" y="115618"/>
                      <a:pt x="218952" y="98826"/>
                      <a:pt x="198239" y="98826"/>
                    </a:cubicBezTo>
                    <a:close/>
                    <a:moveTo>
                      <a:pt x="214312" y="184551"/>
                    </a:moveTo>
                    <a:cubicBezTo>
                      <a:pt x="214312" y="237814"/>
                      <a:pt x="171135" y="280992"/>
                      <a:pt x="117872" y="280992"/>
                    </a:cubicBezTo>
                    <a:cubicBezTo>
                      <a:pt x="64609" y="280992"/>
                      <a:pt x="21431" y="237814"/>
                      <a:pt x="21431" y="184551"/>
                    </a:cubicBezTo>
                    <a:lnTo>
                      <a:pt x="21431" y="82753"/>
                    </a:lnTo>
                    <a:cubicBezTo>
                      <a:pt x="21431" y="73876"/>
                      <a:pt x="28628" y="66679"/>
                      <a:pt x="37505" y="66679"/>
                    </a:cubicBezTo>
                    <a:cubicBezTo>
                      <a:pt x="46382" y="66679"/>
                      <a:pt x="53578" y="73876"/>
                      <a:pt x="53578" y="82753"/>
                    </a:cubicBezTo>
                    <a:lnTo>
                      <a:pt x="53578" y="141689"/>
                    </a:lnTo>
                    <a:cubicBezTo>
                      <a:pt x="53578" y="147607"/>
                      <a:pt x="58376" y="152404"/>
                      <a:pt x="64294" y="152404"/>
                    </a:cubicBezTo>
                    <a:cubicBezTo>
                      <a:pt x="70212" y="152404"/>
                      <a:pt x="75009" y="147607"/>
                      <a:pt x="75009" y="141689"/>
                    </a:cubicBezTo>
                    <a:lnTo>
                      <a:pt x="75009" y="39890"/>
                    </a:lnTo>
                    <a:cubicBezTo>
                      <a:pt x="75009" y="31013"/>
                      <a:pt x="82206" y="23817"/>
                      <a:pt x="91083" y="23817"/>
                    </a:cubicBezTo>
                    <a:cubicBezTo>
                      <a:pt x="99960" y="23817"/>
                      <a:pt x="107156" y="31013"/>
                      <a:pt x="107156" y="39890"/>
                    </a:cubicBezTo>
                    <a:lnTo>
                      <a:pt x="107156" y="130973"/>
                    </a:lnTo>
                    <a:cubicBezTo>
                      <a:pt x="107156" y="136891"/>
                      <a:pt x="111954" y="141689"/>
                      <a:pt x="117872" y="141689"/>
                    </a:cubicBezTo>
                    <a:cubicBezTo>
                      <a:pt x="123790" y="141689"/>
                      <a:pt x="128588" y="136891"/>
                      <a:pt x="128588" y="130973"/>
                    </a:cubicBezTo>
                    <a:lnTo>
                      <a:pt x="128588" y="61321"/>
                    </a:lnTo>
                    <a:cubicBezTo>
                      <a:pt x="128588" y="52444"/>
                      <a:pt x="135784" y="45248"/>
                      <a:pt x="144661" y="45248"/>
                    </a:cubicBezTo>
                    <a:cubicBezTo>
                      <a:pt x="153538" y="45248"/>
                      <a:pt x="160734" y="52444"/>
                      <a:pt x="160734" y="61321"/>
                    </a:cubicBezTo>
                    <a:lnTo>
                      <a:pt x="160734" y="153302"/>
                    </a:lnTo>
                    <a:cubicBezTo>
                      <a:pt x="129822" y="158572"/>
                      <a:pt x="107199" y="185340"/>
                      <a:pt x="107156" y="216698"/>
                    </a:cubicBezTo>
                    <a:cubicBezTo>
                      <a:pt x="107156" y="222616"/>
                      <a:pt x="111954" y="227414"/>
                      <a:pt x="117872" y="227414"/>
                    </a:cubicBezTo>
                    <a:cubicBezTo>
                      <a:pt x="123790" y="227414"/>
                      <a:pt x="128588" y="222616"/>
                      <a:pt x="128588" y="216698"/>
                    </a:cubicBezTo>
                    <a:cubicBezTo>
                      <a:pt x="128588" y="193026"/>
                      <a:pt x="147778" y="173836"/>
                      <a:pt x="171450" y="173836"/>
                    </a:cubicBezTo>
                    <a:cubicBezTo>
                      <a:pt x="177368" y="173836"/>
                      <a:pt x="182166" y="169038"/>
                      <a:pt x="182166" y="163120"/>
                    </a:cubicBezTo>
                    <a:lnTo>
                      <a:pt x="182166" y="136331"/>
                    </a:lnTo>
                    <a:cubicBezTo>
                      <a:pt x="182166" y="127454"/>
                      <a:pt x="189362" y="120257"/>
                      <a:pt x="198239" y="120257"/>
                    </a:cubicBezTo>
                    <a:cubicBezTo>
                      <a:pt x="207116" y="120257"/>
                      <a:pt x="214312" y="127454"/>
                      <a:pt x="214312" y="136331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276350" y="42576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并发所有权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4865" y="4725352"/>
              <a:ext cx="29403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ConversationRuntime 用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单调 generation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4865" y="4934902"/>
              <a:ext cx="2971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管理归属：过期的 load / stream 无权提交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4865" y="5144452"/>
              <a:ext cx="30400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切换 / 新建 / 删除会话即撤权并 abort 旧流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865" y="5354002"/>
              <a:ext cx="3285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主动 stop 不撤权，partial answer 折回原会话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4865" y="55635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快速连点、乱序返回都串不了对话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343400" y="3943350"/>
            <a:ext cx="3707701" cy="2286000"/>
            <a:chOff x="4343400" y="3943350"/>
            <a:chExt cx="3707701" cy="2286000"/>
          </a:xfrm>
        </p:grpSpPr>
        <p:sp>
          <p:nvSpPr>
            <p:cNvPr id="51" name="Rectangle 51"/>
            <p:cNvSpPr/>
            <p:nvPr/>
          </p:nvSpPr>
          <p:spPr>
            <a:xfrm>
              <a:off x="4343400" y="3943350"/>
              <a:ext cx="3505200" cy="2286000"/>
            </a:xfrm>
            <a:prstGeom prst="roundRect">
              <a:avLst>
                <a:gd name="adj" fmla="val 5000"/>
              </a:avLst>
            </a:prstGeom>
            <a:solidFill>
              <a:srgbClr val="F5F1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593431" y="4257675"/>
              <a:ext cx="300038" cy="171450"/>
              <a:chOff x="4593431" y="4257675"/>
              <a:chExt cx="300038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604147" y="4268391"/>
                <a:ext cx="278606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150019">
                    <a:moveTo>
                      <a:pt x="278606" y="10716"/>
                    </a:moveTo>
                    <a:lnTo>
                      <a:pt x="278606" y="139303"/>
                    </a:lnTo>
                    <a:cubicBezTo>
                      <a:pt x="278606" y="145221"/>
                      <a:pt x="273809" y="150019"/>
                      <a:pt x="267891" y="150019"/>
                    </a:cubicBezTo>
                    <a:lnTo>
                      <a:pt x="10716" y="150019"/>
                    </a:lnTo>
                    <a:cubicBezTo>
                      <a:pt x="4798" y="150019"/>
                      <a:pt x="0" y="145221"/>
                      <a:pt x="0" y="139303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267891" y="0"/>
                    </a:lnTo>
                    <a:cubicBezTo>
                      <a:pt x="273809" y="0"/>
                      <a:pt x="278606" y="4798"/>
                      <a:pt x="278606" y="10716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593431" y="4257675"/>
                <a:ext cx="30003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71450">
                    <a:moveTo>
                      <a:pt x="278606" y="0"/>
                    </a:moveTo>
                    <a:lnTo>
                      <a:pt x="21431" y="0"/>
                    </a:lnTo>
                    <a:cubicBezTo>
                      <a:pt x="9595" y="0"/>
                      <a:pt x="0" y="9595"/>
                      <a:pt x="0" y="21431"/>
                    </a:cubicBezTo>
                    <a:lnTo>
                      <a:pt x="0" y="150019"/>
                    </a:lnTo>
                    <a:cubicBezTo>
                      <a:pt x="0" y="161855"/>
                      <a:pt x="9595" y="171450"/>
                      <a:pt x="21431" y="171450"/>
                    </a:cubicBezTo>
                    <a:lnTo>
                      <a:pt x="278606" y="171450"/>
                    </a:lnTo>
                    <a:cubicBezTo>
                      <a:pt x="290442" y="171450"/>
                      <a:pt x="300038" y="161855"/>
                      <a:pt x="300038" y="150019"/>
                    </a:cubicBezTo>
                    <a:lnTo>
                      <a:pt x="300038" y="21431"/>
                    </a:lnTo>
                    <a:cubicBezTo>
                      <a:pt x="300038" y="9595"/>
                      <a:pt x="290442" y="0"/>
                      <a:pt x="278606" y="0"/>
                    </a:cubicBezTo>
                    <a:close/>
                    <a:moveTo>
                      <a:pt x="278606" y="150019"/>
                    </a:moveTo>
                    <a:lnTo>
                      <a:pt x="21431" y="150019"/>
                    </a:lnTo>
                    <a:lnTo>
                      <a:pt x="21431" y="21431"/>
                    </a:lnTo>
                    <a:lnTo>
                      <a:pt x="278606" y="21431"/>
                    </a:lnTo>
                    <a:lnTo>
                      <a:pt x="278606" y="150019"/>
                    </a:lnTo>
                    <a:close/>
                    <a:moveTo>
                      <a:pt x="246459" y="85725"/>
                    </a:moveTo>
                    <a:cubicBezTo>
                      <a:pt x="246459" y="94602"/>
                      <a:pt x="239263" y="101798"/>
                      <a:pt x="230386" y="101798"/>
                    </a:cubicBezTo>
                    <a:cubicBezTo>
                      <a:pt x="221509" y="101798"/>
                      <a:pt x="214312" y="94602"/>
                      <a:pt x="214312" y="85725"/>
                    </a:cubicBezTo>
                    <a:cubicBezTo>
                      <a:pt x="214312" y="76848"/>
                      <a:pt x="221509" y="69652"/>
                      <a:pt x="230386" y="69652"/>
                    </a:cubicBezTo>
                    <a:cubicBezTo>
                      <a:pt x="239263" y="69652"/>
                      <a:pt x="246459" y="76848"/>
                      <a:pt x="246459" y="85725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5010150" y="42576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持久化真相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58665" y="47253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唯一事实源是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模型态 modelMessages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58665" y="4934902"/>
              <a:ext cx="34924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含 tool 轮次，全量落 PGlite chat_conversations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58665" y="514445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展示气泡与来源卡片在加载时重建，不另存一份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58665" y="5354002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滑窗 40 条只在喂模型处裁剪，存储不裁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58665" y="5563552"/>
              <a:ext cx="30400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窗口从 user 轮开始，避免孤立 tool-result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77200" y="3943350"/>
            <a:ext cx="3960733" cy="2286000"/>
            <a:chOff x="8077200" y="3943350"/>
            <a:chExt cx="3960733" cy="2286000"/>
          </a:xfrm>
        </p:grpSpPr>
        <p:sp>
          <p:nvSpPr>
            <p:cNvPr id="62" name="Rectangle 62"/>
            <p:cNvSpPr/>
            <p:nvPr/>
          </p:nvSpPr>
          <p:spPr>
            <a:xfrm>
              <a:off x="8077200" y="3943350"/>
              <a:ext cx="3505200" cy="2286000"/>
            </a:xfrm>
            <a:prstGeom prst="roundRect">
              <a:avLst>
                <a:gd name="adj" fmla="val 5000"/>
              </a:avLst>
            </a:prstGeom>
            <a:solidFill>
              <a:srgbClr val="1F1B1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327231" y="4193381"/>
              <a:ext cx="300038" cy="300038"/>
              <a:chOff x="8327231" y="4193381"/>
              <a:chExt cx="300038" cy="30003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37947" y="4204097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278606" y="139303"/>
                    </a:moveTo>
                    <a:cubicBezTo>
                      <a:pt x="278606" y="156060"/>
                      <a:pt x="254737" y="168704"/>
                      <a:pt x="248227" y="184429"/>
                    </a:cubicBezTo>
                    <a:cubicBezTo>
                      <a:pt x="241959" y="199592"/>
                      <a:pt x="250129" y="225484"/>
                      <a:pt x="237807" y="237807"/>
                    </a:cubicBezTo>
                    <a:cubicBezTo>
                      <a:pt x="225484" y="250129"/>
                      <a:pt x="199592" y="241959"/>
                      <a:pt x="184429" y="248227"/>
                    </a:cubicBezTo>
                    <a:cubicBezTo>
                      <a:pt x="168771" y="254737"/>
                      <a:pt x="156046" y="278606"/>
                      <a:pt x="139303" y="278606"/>
                    </a:cubicBezTo>
                    <a:cubicBezTo>
                      <a:pt x="122560" y="278606"/>
                      <a:pt x="109835" y="254737"/>
                      <a:pt x="94177" y="248227"/>
                    </a:cubicBezTo>
                    <a:cubicBezTo>
                      <a:pt x="79014" y="241959"/>
                      <a:pt x="53123" y="250129"/>
                      <a:pt x="40800" y="237807"/>
                    </a:cubicBezTo>
                    <a:cubicBezTo>
                      <a:pt x="28477" y="225484"/>
                      <a:pt x="36647" y="199592"/>
                      <a:pt x="30379" y="184429"/>
                    </a:cubicBezTo>
                    <a:cubicBezTo>
                      <a:pt x="23869" y="168771"/>
                      <a:pt x="0" y="156046"/>
                      <a:pt x="0" y="139303"/>
                    </a:cubicBezTo>
                    <a:cubicBezTo>
                      <a:pt x="0" y="122560"/>
                      <a:pt x="23869" y="109835"/>
                      <a:pt x="30379" y="94177"/>
                    </a:cubicBezTo>
                    <a:cubicBezTo>
                      <a:pt x="36647" y="79028"/>
                      <a:pt x="28477" y="53123"/>
                      <a:pt x="40800" y="40800"/>
                    </a:cubicBezTo>
                    <a:cubicBezTo>
                      <a:pt x="53123" y="28477"/>
                      <a:pt x="79028" y="36647"/>
                      <a:pt x="94177" y="30379"/>
                    </a:cubicBezTo>
                    <a:cubicBezTo>
                      <a:pt x="109902" y="23869"/>
                      <a:pt x="122560" y="0"/>
                      <a:pt x="139303" y="0"/>
                    </a:cubicBezTo>
                    <a:cubicBezTo>
                      <a:pt x="156046" y="0"/>
                      <a:pt x="168771" y="23869"/>
                      <a:pt x="184429" y="30379"/>
                    </a:cubicBezTo>
                    <a:cubicBezTo>
                      <a:pt x="199592" y="36647"/>
                      <a:pt x="225484" y="28477"/>
                      <a:pt x="237807" y="40800"/>
                    </a:cubicBezTo>
                    <a:cubicBezTo>
                      <a:pt x="250129" y="53123"/>
                      <a:pt x="241959" y="79014"/>
                      <a:pt x="248227" y="94177"/>
                    </a:cubicBezTo>
                    <a:cubicBezTo>
                      <a:pt x="254737" y="109902"/>
                      <a:pt x="278606" y="122560"/>
                      <a:pt x="278606" y="139303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27231" y="4193381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281098" y="116291"/>
                    </a:moveTo>
                    <a:cubicBezTo>
                      <a:pt x="276048" y="111014"/>
                      <a:pt x="270824" y="105576"/>
                      <a:pt x="268855" y="100794"/>
                    </a:cubicBezTo>
                    <a:cubicBezTo>
                      <a:pt x="267033" y="96414"/>
                      <a:pt x="266926" y="89154"/>
                      <a:pt x="266819" y="82122"/>
                    </a:cubicBezTo>
                    <a:cubicBezTo>
                      <a:pt x="266618" y="69049"/>
                      <a:pt x="266404" y="54234"/>
                      <a:pt x="256103" y="43934"/>
                    </a:cubicBezTo>
                    <a:cubicBezTo>
                      <a:pt x="245803" y="33634"/>
                      <a:pt x="230989" y="33419"/>
                      <a:pt x="217916" y="33218"/>
                    </a:cubicBezTo>
                    <a:cubicBezTo>
                      <a:pt x="210883" y="33111"/>
                      <a:pt x="203624" y="33004"/>
                      <a:pt x="199244" y="31182"/>
                    </a:cubicBezTo>
                    <a:cubicBezTo>
                      <a:pt x="194475" y="29213"/>
                      <a:pt x="189024" y="23990"/>
                      <a:pt x="183746" y="18940"/>
                    </a:cubicBezTo>
                    <a:cubicBezTo>
                      <a:pt x="174504" y="10059"/>
                      <a:pt x="164003" y="0"/>
                      <a:pt x="150019" y="0"/>
                    </a:cubicBezTo>
                    <a:cubicBezTo>
                      <a:pt x="136035" y="0"/>
                      <a:pt x="125547" y="10059"/>
                      <a:pt x="116291" y="18940"/>
                    </a:cubicBezTo>
                    <a:cubicBezTo>
                      <a:pt x="111014" y="23990"/>
                      <a:pt x="105576" y="29213"/>
                      <a:pt x="100794" y="31182"/>
                    </a:cubicBezTo>
                    <a:cubicBezTo>
                      <a:pt x="96441" y="33004"/>
                      <a:pt x="89154" y="33111"/>
                      <a:pt x="82122" y="33218"/>
                    </a:cubicBezTo>
                    <a:cubicBezTo>
                      <a:pt x="69049" y="33419"/>
                      <a:pt x="54234" y="33634"/>
                      <a:pt x="43934" y="43934"/>
                    </a:cubicBezTo>
                    <a:cubicBezTo>
                      <a:pt x="33634" y="54234"/>
                      <a:pt x="33486" y="69049"/>
                      <a:pt x="33218" y="82122"/>
                    </a:cubicBezTo>
                    <a:cubicBezTo>
                      <a:pt x="33111" y="89154"/>
                      <a:pt x="33004" y="96414"/>
                      <a:pt x="31182" y="100794"/>
                    </a:cubicBezTo>
                    <a:cubicBezTo>
                      <a:pt x="29213" y="105562"/>
                      <a:pt x="23990" y="111014"/>
                      <a:pt x="18940" y="116291"/>
                    </a:cubicBezTo>
                    <a:cubicBezTo>
                      <a:pt x="10059" y="125534"/>
                      <a:pt x="0" y="136035"/>
                      <a:pt x="0" y="150019"/>
                    </a:cubicBezTo>
                    <a:cubicBezTo>
                      <a:pt x="0" y="164003"/>
                      <a:pt x="10059" y="174491"/>
                      <a:pt x="18940" y="183746"/>
                    </a:cubicBezTo>
                    <a:cubicBezTo>
                      <a:pt x="23990" y="189024"/>
                      <a:pt x="29213" y="194462"/>
                      <a:pt x="31182" y="199244"/>
                    </a:cubicBezTo>
                    <a:cubicBezTo>
                      <a:pt x="33004" y="203624"/>
                      <a:pt x="33111" y="210883"/>
                      <a:pt x="33218" y="217916"/>
                    </a:cubicBezTo>
                    <a:cubicBezTo>
                      <a:pt x="33419" y="230989"/>
                      <a:pt x="33634" y="245803"/>
                      <a:pt x="43934" y="256103"/>
                    </a:cubicBezTo>
                    <a:cubicBezTo>
                      <a:pt x="54234" y="266404"/>
                      <a:pt x="69049" y="266618"/>
                      <a:pt x="82122" y="266819"/>
                    </a:cubicBezTo>
                    <a:cubicBezTo>
                      <a:pt x="89154" y="266926"/>
                      <a:pt x="96414" y="267033"/>
                      <a:pt x="100794" y="268855"/>
                    </a:cubicBezTo>
                    <a:cubicBezTo>
                      <a:pt x="105562" y="270824"/>
                      <a:pt x="111014" y="276048"/>
                      <a:pt x="116291" y="281098"/>
                    </a:cubicBezTo>
                    <a:cubicBezTo>
                      <a:pt x="125534" y="289978"/>
                      <a:pt x="136035" y="300038"/>
                      <a:pt x="150019" y="300038"/>
                    </a:cubicBezTo>
                    <a:cubicBezTo>
                      <a:pt x="164003" y="300038"/>
                      <a:pt x="174491" y="289978"/>
                      <a:pt x="183746" y="281098"/>
                    </a:cubicBezTo>
                    <a:cubicBezTo>
                      <a:pt x="189024" y="276048"/>
                      <a:pt x="194462" y="270824"/>
                      <a:pt x="199244" y="268855"/>
                    </a:cubicBezTo>
                    <a:cubicBezTo>
                      <a:pt x="203624" y="267033"/>
                      <a:pt x="210883" y="266926"/>
                      <a:pt x="217916" y="266819"/>
                    </a:cubicBezTo>
                    <a:cubicBezTo>
                      <a:pt x="230989" y="266618"/>
                      <a:pt x="245803" y="266404"/>
                      <a:pt x="256103" y="256103"/>
                    </a:cubicBezTo>
                    <a:cubicBezTo>
                      <a:pt x="266404" y="245803"/>
                      <a:pt x="266618" y="230989"/>
                      <a:pt x="266819" y="217916"/>
                    </a:cubicBezTo>
                    <a:cubicBezTo>
                      <a:pt x="266926" y="210883"/>
                      <a:pt x="267033" y="203624"/>
                      <a:pt x="268855" y="199244"/>
                    </a:cubicBezTo>
                    <a:cubicBezTo>
                      <a:pt x="270824" y="194475"/>
                      <a:pt x="276048" y="189024"/>
                      <a:pt x="281098" y="183746"/>
                    </a:cubicBezTo>
                    <a:cubicBezTo>
                      <a:pt x="289978" y="174504"/>
                      <a:pt x="300038" y="164003"/>
                      <a:pt x="300038" y="150019"/>
                    </a:cubicBezTo>
                    <a:cubicBezTo>
                      <a:pt x="300038" y="136035"/>
                      <a:pt x="289978" y="125547"/>
                      <a:pt x="281098" y="116291"/>
                    </a:cubicBezTo>
                    <a:close/>
                    <a:moveTo>
                      <a:pt x="265627" y="168918"/>
                    </a:moveTo>
                    <a:cubicBezTo>
                      <a:pt x="259211" y="175616"/>
                      <a:pt x="252567" y="182541"/>
                      <a:pt x="249045" y="191046"/>
                    </a:cubicBezTo>
                    <a:cubicBezTo>
                      <a:pt x="245669" y="199217"/>
                      <a:pt x="245522" y="208553"/>
                      <a:pt x="245388" y="217594"/>
                    </a:cubicBezTo>
                    <a:cubicBezTo>
                      <a:pt x="245254" y="226970"/>
                      <a:pt x="245107" y="236789"/>
                      <a:pt x="240941" y="240941"/>
                    </a:cubicBezTo>
                    <a:cubicBezTo>
                      <a:pt x="236775" y="245093"/>
                      <a:pt x="227024" y="245254"/>
                      <a:pt x="217594" y="245388"/>
                    </a:cubicBezTo>
                    <a:cubicBezTo>
                      <a:pt x="208553" y="245522"/>
                      <a:pt x="199217" y="245669"/>
                      <a:pt x="191046" y="249045"/>
                    </a:cubicBezTo>
                    <a:cubicBezTo>
                      <a:pt x="182541" y="252567"/>
                      <a:pt x="175616" y="259211"/>
                      <a:pt x="168918" y="265627"/>
                    </a:cubicBezTo>
                    <a:cubicBezTo>
                      <a:pt x="162221" y="272043"/>
                      <a:pt x="155377" y="278606"/>
                      <a:pt x="150019" y="278606"/>
                    </a:cubicBezTo>
                    <a:cubicBezTo>
                      <a:pt x="144661" y="278606"/>
                      <a:pt x="137763" y="272016"/>
                      <a:pt x="131119" y="265627"/>
                    </a:cubicBezTo>
                    <a:cubicBezTo>
                      <a:pt x="124475" y="259238"/>
                      <a:pt x="117497" y="252567"/>
                      <a:pt x="108991" y="249045"/>
                    </a:cubicBezTo>
                    <a:cubicBezTo>
                      <a:pt x="100821" y="245669"/>
                      <a:pt x="91485" y="245522"/>
                      <a:pt x="82443" y="245388"/>
                    </a:cubicBezTo>
                    <a:cubicBezTo>
                      <a:pt x="73067" y="245254"/>
                      <a:pt x="63249" y="245107"/>
                      <a:pt x="59097" y="240941"/>
                    </a:cubicBezTo>
                    <a:cubicBezTo>
                      <a:pt x="54944" y="236775"/>
                      <a:pt x="54784" y="227024"/>
                      <a:pt x="54650" y="217594"/>
                    </a:cubicBezTo>
                    <a:cubicBezTo>
                      <a:pt x="54516" y="208553"/>
                      <a:pt x="54368" y="199217"/>
                      <a:pt x="50993" y="191046"/>
                    </a:cubicBezTo>
                    <a:cubicBezTo>
                      <a:pt x="47470" y="182541"/>
                      <a:pt x="40827" y="175616"/>
                      <a:pt x="34411" y="168918"/>
                    </a:cubicBezTo>
                    <a:cubicBezTo>
                      <a:pt x="27995" y="162221"/>
                      <a:pt x="21431" y="155377"/>
                      <a:pt x="21431" y="150019"/>
                    </a:cubicBezTo>
                    <a:cubicBezTo>
                      <a:pt x="21431" y="144661"/>
                      <a:pt x="28021" y="137763"/>
                      <a:pt x="34411" y="131119"/>
                    </a:cubicBezTo>
                    <a:cubicBezTo>
                      <a:pt x="40800" y="124475"/>
                      <a:pt x="47470" y="117497"/>
                      <a:pt x="50993" y="108991"/>
                    </a:cubicBezTo>
                    <a:cubicBezTo>
                      <a:pt x="54368" y="100821"/>
                      <a:pt x="54516" y="91485"/>
                      <a:pt x="54650" y="82443"/>
                    </a:cubicBezTo>
                    <a:cubicBezTo>
                      <a:pt x="54784" y="73067"/>
                      <a:pt x="54931" y="63249"/>
                      <a:pt x="59097" y="59097"/>
                    </a:cubicBezTo>
                    <a:cubicBezTo>
                      <a:pt x="63262" y="54944"/>
                      <a:pt x="73014" y="54784"/>
                      <a:pt x="82443" y="54650"/>
                    </a:cubicBezTo>
                    <a:cubicBezTo>
                      <a:pt x="91485" y="54516"/>
                      <a:pt x="100821" y="54368"/>
                      <a:pt x="108991" y="50993"/>
                    </a:cubicBezTo>
                    <a:cubicBezTo>
                      <a:pt x="117497" y="47470"/>
                      <a:pt x="124422" y="40827"/>
                      <a:pt x="131119" y="34411"/>
                    </a:cubicBezTo>
                    <a:cubicBezTo>
                      <a:pt x="137816" y="27995"/>
                      <a:pt x="144661" y="21431"/>
                      <a:pt x="150019" y="21431"/>
                    </a:cubicBezTo>
                    <a:cubicBezTo>
                      <a:pt x="155377" y="21431"/>
                      <a:pt x="162275" y="28021"/>
                      <a:pt x="168918" y="34411"/>
                    </a:cubicBezTo>
                    <a:cubicBezTo>
                      <a:pt x="175562" y="40800"/>
                      <a:pt x="182541" y="47470"/>
                      <a:pt x="191046" y="50993"/>
                    </a:cubicBezTo>
                    <a:cubicBezTo>
                      <a:pt x="199217" y="54368"/>
                      <a:pt x="208553" y="54516"/>
                      <a:pt x="217594" y="54650"/>
                    </a:cubicBezTo>
                    <a:cubicBezTo>
                      <a:pt x="226970" y="54784"/>
                      <a:pt x="236789" y="54931"/>
                      <a:pt x="240941" y="59097"/>
                    </a:cubicBezTo>
                    <a:cubicBezTo>
                      <a:pt x="245093" y="63262"/>
                      <a:pt x="245254" y="73014"/>
                      <a:pt x="245388" y="82443"/>
                    </a:cubicBezTo>
                    <a:cubicBezTo>
                      <a:pt x="245522" y="91485"/>
                      <a:pt x="245669" y="100821"/>
                      <a:pt x="249045" y="108991"/>
                    </a:cubicBezTo>
                    <a:cubicBezTo>
                      <a:pt x="252567" y="117497"/>
                      <a:pt x="259211" y="124422"/>
                      <a:pt x="265627" y="131119"/>
                    </a:cubicBezTo>
                    <a:cubicBezTo>
                      <a:pt x="272043" y="137816"/>
                      <a:pt x="278606" y="144661"/>
                      <a:pt x="278606" y="150019"/>
                    </a:cubicBezTo>
                    <a:cubicBezTo>
                      <a:pt x="278606" y="155377"/>
                      <a:pt x="272016" y="162275"/>
                      <a:pt x="265627" y="168918"/>
                    </a:cubicBezTo>
                    <a:close/>
                    <a:moveTo>
                      <a:pt x="211178" y="110291"/>
                    </a:moveTo>
                    <a:cubicBezTo>
                      <a:pt x="213190" y="112300"/>
                      <a:pt x="214321" y="115028"/>
                      <a:pt x="214321" y="117872"/>
                    </a:cubicBezTo>
                    <a:cubicBezTo>
                      <a:pt x="214321" y="120716"/>
                      <a:pt x="213190" y="123443"/>
                      <a:pt x="211178" y="125453"/>
                    </a:cubicBezTo>
                    <a:lnTo>
                      <a:pt x="136169" y="200463"/>
                    </a:lnTo>
                    <a:cubicBezTo>
                      <a:pt x="134159" y="202475"/>
                      <a:pt x="131432" y="203605"/>
                      <a:pt x="128588" y="203605"/>
                    </a:cubicBezTo>
                    <a:cubicBezTo>
                      <a:pt x="125743" y="203605"/>
                      <a:pt x="123016" y="202475"/>
                      <a:pt x="121006" y="200463"/>
                    </a:cubicBezTo>
                    <a:lnTo>
                      <a:pt x="88859" y="168316"/>
                    </a:lnTo>
                    <a:cubicBezTo>
                      <a:pt x="84672" y="164129"/>
                      <a:pt x="84672" y="157340"/>
                      <a:pt x="88859" y="153153"/>
                    </a:cubicBezTo>
                    <a:cubicBezTo>
                      <a:pt x="93046" y="148966"/>
                      <a:pt x="99835" y="148966"/>
                      <a:pt x="104022" y="153153"/>
                    </a:cubicBezTo>
                    <a:lnTo>
                      <a:pt x="128588" y="177732"/>
                    </a:lnTo>
                    <a:lnTo>
                      <a:pt x="196016" y="110291"/>
                    </a:lnTo>
                    <a:cubicBezTo>
                      <a:pt x="198025" y="108278"/>
                      <a:pt x="200753" y="107148"/>
                      <a:pt x="203597" y="107148"/>
                    </a:cubicBezTo>
                    <a:cubicBezTo>
                      <a:pt x="206441" y="107148"/>
                      <a:pt x="209168" y="108278"/>
                      <a:pt x="211178" y="110291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743950" y="42576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六组契约测试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92465" y="4725352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rrf</a:t>
              </a:r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 纯函数：并列序 / k / topK / 去重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92465" y="4934902"/>
              <a:ext cx="28023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retrieval</a:t>
              </a:r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：in-memory PGlite 真跑 SQL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92465" y="5144452"/>
              <a:ext cx="35001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tools</a:t>
              </a:r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 / </a:t>
              </a:r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prompts</a:t>
              </a:r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 / </a:t>
              </a:r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history</a:t>
              </a:r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：结构、规则词、CRUD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92465" y="5354002"/>
              <a:ext cx="3745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Consolas"/>
                  <a:ea typeface="Microsoft YaHei"/>
                  <a:cs typeface="Consolas"/>
                </a:rPr>
                <a:t>conversation-runtime</a:t>
              </a:r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：乱序 load、stale stream、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92465" y="5563552"/>
              <a:ext cx="3201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save / delete 最终顺序，全部确定性、免网络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73" name="Line 73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96352" y="65893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10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9695498" cy="739140"/>
            <a:chOff x="609600" y="584835"/>
            <a:chExt cx="9695498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884647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同一套 provider 基础设施，三条结构化 AI 管线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95240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Chat agent 之外，favbase 还在三个地方让 LLM 干活 — 每处输出都是结构化、可校验、可丢弃的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428750"/>
            <a:ext cx="7200900" cy="3543300"/>
            <a:chOff x="609600" y="1428750"/>
            <a:chExt cx="7200900" cy="3543300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7200900" cy="3543300"/>
            </a:xfrm>
            <a:prstGeom prst="roundRect">
              <a:avLst>
                <a:gd name="adj" fmla="val 3226"/>
              </a:avLst>
            </a:prstGeom>
            <a:solidFill>
              <a:srgbClr val="F5F1EA"/>
            </a:solidFill>
            <a:ln w="9525">
              <a:solidFill>
                <a:srgbClr val="DCD4C8"/>
              </a:solidFill>
              <a:custDash>
                <a:ds d="600000" sp="400000"/>
              </a:custDash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6765" y="1563052"/>
              <a:ext cx="57911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AI 管线 · 全部经 lib/ai createLanguageModel · 未配置 provider 时静默 no-op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0100" y="1828800"/>
            <a:ext cx="2328005" cy="2952750"/>
            <a:chOff x="800100" y="1828800"/>
            <a:chExt cx="2328005" cy="2952750"/>
          </a:xfrm>
        </p:grpSpPr>
        <p:sp>
          <p:nvSpPr>
            <p:cNvPr id="10" name="Rectangle 10"/>
            <p:cNvSpPr/>
            <p:nvPr/>
          </p:nvSpPr>
          <p:spPr>
            <a:xfrm>
              <a:off x="800100" y="1828800"/>
              <a:ext cx="2171700" cy="29527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00100" y="1981200"/>
              <a:ext cx="47625" cy="3048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4873" y="2014523"/>
              <a:ext cx="225040" cy="225040"/>
              <a:chOff x="1004873" y="2014523"/>
              <a:chExt cx="225040" cy="22504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13222" y="2022872"/>
                <a:ext cx="208376" cy="209174"/>
              </a:xfrm>
              <a:custGeom>
                <a:avLst/>
                <a:gdLst/>
                <a:ahLst/>
                <a:cxnLst/>
                <a:rect l="l" t="t" r="r" b="b"/>
                <a:pathLst>
                  <a:path w="208376" h="209174">
                    <a:moveTo>
                      <a:pt x="205922" y="117723"/>
                    </a:moveTo>
                    <a:lnTo>
                      <a:pt x="117723" y="205922"/>
                    </a:lnTo>
                    <a:cubicBezTo>
                      <a:pt x="114469" y="209174"/>
                      <a:pt x="109195" y="209174"/>
                      <a:pt x="105940" y="205922"/>
                    </a:cubicBezTo>
                    <a:lnTo>
                      <a:pt x="2438" y="102450"/>
                    </a:lnTo>
                    <a:cubicBezTo>
                      <a:pt x="878" y="100889"/>
                      <a:pt x="1" y="98772"/>
                      <a:pt x="0" y="96564"/>
                    </a:cubicBezTo>
                    <a:lnTo>
                      <a:pt x="0" y="0"/>
                    </a:lnTo>
                    <a:lnTo>
                      <a:pt x="96564" y="0"/>
                    </a:lnTo>
                    <a:cubicBezTo>
                      <a:pt x="98772" y="1"/>
                      <a:pt x="100889" y="878"/>
                      <a:pt x="102450" y="2438"/>
                    </a:cubicBezTo>
                    <a:lnTo>
                      <a:pt x="205922" y="105909"/>
                    </a:lnTo>
                    <a:cubicBezTo>
                      <a:pt x="207493" y="107473"/>
                      <a:pt x="208376" y="109599"/>
                      <a:pt x="208376" y="111816"/>
                    </a:cubicBezTo>
                    <a:cubicBezTo>
                      <a:pt x="208376" y="114033"/>
                      <a:pt x="207493" y="116159"/>
                      <a:pt x="205922" y="117723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04873" y="2014523"/>
                <a:ext cx="225040" cy="225040"/>
              </a:xfrm>
              <a:custGeom>
                <a:avLst/>
                <a:gdLst/>
                <a:ahLst/>
                <a:cxnLst/>
                <a:rect l="l" t="t" r="r" b="b"/>
                <a:pathLst>
                  <a:path w="225040" h="225040">
                    <a:moveTo>
                      <a:pt x="220156" y="108361"/>
                    </a:moveTo>
                    <a:lnTo>
                      <a:pt x="116695" y="4900"/>
                    </a:lnTo>
                    <a:cubicBezTo>
                      <a:pt x="113580" y="1760"/>
                      <a:pt x="109336" y="0"/>
                      <a:pt x="104913" y="14"/>
                    </a:cubicBezTo>
                    <a:lnTo>
                      <a:pt x="8349" y="14"/>
                    </a:lnTo>
                    <a:cubicBezTo>
                      <a:pt x="3746" y="14"/>
                      <a:pt x="14" y="3746"/>
                      <a:pt x="14" y="8349"/>
                    </a:cubicBezTo>
                    <a:lnTo>
                      <a:pt x="14" y="104913"/>
                    </a:lnTo>
                    <a:cubicBezTo>
                      <a:pt x="0" y="109336"/>
                      <a:pt x="1760" y="113580"/>
                      <a:pt x="4900" y="116695"/>
                    </a:cubicBezTo>
                    <a:lnTo>
                      <a:pt x="108361" y="220156"/>
                    </a:lnTo>
                    <a:cubicBezTo>
                      <a:pt x="111487" y="223283"/>
                      <a:pt x="115727" y="225040"/>
                      <a:pt x="120149" y="225040"/>
                    </a:cubicBezTo>
                    <a:cubicBezTo>
                      <a:pt x="124570" y="225040"/>
                      <a:pt x="128811" y="223283"/>
                      <a:pt x="131937" y="220156"/>
                    </a:cubicBezTo>
                    <a:lnTo>
                      <a:pt x="220156" y="131937"/>
                    </a:lnTo>
                    <a:cubicBezTo>
                      <a:pt x="223283" y="128811"/>
                      <a:pt x="225040" y="124570"/>
                      <a:pt x="225040" y="120149"/>
                    </a:cubicBezTo>
                    <a:cubicBezTo>
                      <a:pt x="225040" y="115727"/>
                      <a:pt x="223283" y="111487"/>
                      <a:pt x="220156" y="108361"/>
                    </a:cubicBezTo>
                    <a:close/>
                    <a:moveTo>
                      <a:pt x="120144" y="208374"/>
                    </a:moveTo>
                    <a:lnTo>
                      <a:pt x="16683" y="104913"/>
                    </a:lnTo>
                    <a:lnTo>
                      <a:pt x="16683" y="16683"/>
                    </a:lnTo>
                    <a:lnTo>
                      <a:pt x="104913" y="16683"/>
                    </a:lnTo>
                    <a:lnTo>
                      <a:pt x="208374" y="120144"/>
                    </a:lnTo>
                    <a:close/>
                    <a:moveTo>
                      <a:pt x="66689" y="54188"/>
                    </a:moveTo>
                    <a:cubicBezTo>
                      <a:pt x="66689" y="61092"/>
                      <a:pt x="61092" y="66689"/>
                      <a:pt x="54188" y="66689"/>
                    </a:cubicBezTo>
                    <a:cubicBezTo>
                      <a:pt x="47283" y="66689"/>
                      <a:pt x="41686" y="61092"/>
                      <a:pt x="41686" y="54188"/>
                    </a:cubicBezTo>
                    <a:cubicBezTo>
                      <a:pt x="41686" y="47283"/>
                      <a:pt x="47283" y="41686"/>
                      <a:pt x="54188" y="41686"/>
                    </a:cubicBezTo>
                    <a:cubicBezTo>
                      <a:pt x="61092" y="41686"/>
                      <a:pt x="66689" y="47283"/>
                      <a:pt x="66689" y="54188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14450" y="20193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自动打标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2400300"/>
              <a:ext cx="1866900" cy="247650"/>
            </a:xfrm>
            <a:prstGeom prst="roundRect">
              <a:avLst>
                <a:gd name="adj" fmla="val 23077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4660" y="2474595"/>
              <a:ext cx="17825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generateObject · 温度 0.2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278225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Zod：最多 5 个标签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3029902"/>
              <a:ext cx="1805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按 provider 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能力分叉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32204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schema 下发，或 no-schema +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3410902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客户端 Zod 校验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165" y="365855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喂入最多 50 个已有标签，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" y="38490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优先复用，防语义重复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165" y="409670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失败不抛：保持未打标，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9165" y="4287202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可暂停 / 继续 / 回填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162300" y="1828800"/>
            <a:ext cx="2281999" cy="2952750"/>
            <a:chOff x="3162300" y="1828800"/>
            <a:chExt cx="2281999" cy="2952750"/>
          </a:xfrm>
        </p:grpSpPr>
        <p:sp>
          <p:nvSpPr>
            <p:cNvPr id="27" name="Rectangle 27"/>
            <p:cNvSpPr/>
            <p:nvPr/>
          </p:nvSpPr>
          <p:spPr>
            <a:xfrm>
              <a:off x="3162300" y="1828800"/>
              <a:ext cx="2171700" cy="29527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162300" y="1981200"/>
              <a:ext cx="47625" cy="3048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358753" y="2006203"/>
              <a:ext cx="216694" cy="216694"/>
              <a:chOff x="3358753" y="2006203"/>
              <a:chExt cx="216694" cy="21669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367088" y="20145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00012" y="0"/>
                    </a:moveTo>
                    <a:cubicBezTo>
                      <a:pt x="44777" y="0"/>
                      <a:pt x="0" y="44777"/>
                      <a:pt x="0" y="100012"/>
                    </a:cubicBez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lose/>
                    <a:moveTo>
                      <a:pt x="83344" y="133350"/>
                    </a:moveTo>
                    <a:lnTo>
                      <a:pt x="83344" y="66675"/>
                    </a:lnTo>
                    <a:lnTo>
                      <a:pt x="133350" y="100012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358753" y="20062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46310" y="101409"/>
                    </a:moveTo>
                    <a:lnTo>
                      <a:pt x="96304" y="68071"/>
                    </a:lnTo>
                    <a:cubicBezTo>
                      <a:pt x="93746" y="66364"/>
                      <a:pt x="90456" y="66205"/>
                      <a:pt x="87744" y="67656"/>
                    </a:cubicBezTo>
                    <a:cubicBezTo>
                      <a:pt x="85033" y="69108"/>
                      <a:pt x="83342" y="71934"/>
                      <a:pt x="83344" y="75009"/>
                    </a:cubicBezTo>
                    <a:lnTo>
                      <a:pt x="83344" y="141684"/>
                    </a:lnTo>
                    <a:cubicBezTo>
                      <a:pt x="83342" y="144760"/>
                      <a:pt x="85033" y="147586"/>
                      <a:pt x="87744" y="149037"/>
                    </a:cubicBezTo>
                    <a:cubicBezTo>
                      <a:pt x="90456" y="150489"/>
                      <a:pt x="93746" y="150329"/>
                      <a:pt x="96304" y="148623"/>
                    </a:cubicBezTo>
                    <a:lnTo>
                      <a:pt x="146310" y="115285"/>
                    </a:lnTo>
                    <a:cubicBezTo>
                      <a:pt x="148632" y="113740"/>
                      <a:pt x="150027" y="111136"/>
                      <a:pt x="150027" y="108347"/>
                    </a:cubicBezTo>
                    <a:cubicBezTo>
                      <a:pt x="150027" y="105558"/>
                      <a:pt x="148632" y="102954"/>
                      <a:pt x="146310" y="101409"/>
                    </a:cubicBezTo>
                    <a:close/>
                    <a:moveTo>
                      <a:pt x="100012" y="126110"/>
                    </a:moveTo>
                    <a:lnTo>
                      <a:pt x="100012" y="90636"/>
                    </a:lnTo>
                    <a:lnTo>
                      <a:pt x="126662" y="108347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3676650" y="20193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视频总结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14700" y="2400300"/>
              <a:ext cx="1866900" cy="247650"/>
            </a:xfrm>
            <a:prstGeom prst="roundRect">
              <a:avLst>
                <a:gd name="adj" fmla="val 23077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67274" y="2474595"/>
              <a:ext cx="15617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一次流式调用 · 行号协议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01365" y="2782252"/>
              <a:ext cx="18745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字幕带 1-based 行号喂入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01365" y="3029902"/>
              <a:ext cx="2142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输出 Markdown + 分段 JSON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01365" y="32204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（含广告段标记）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01365" y="346805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行号映射真实秒数：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01365" y="365855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越界行号 = 幻觉，直接丢弃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01365" y="390620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协议标签容忍流式半截，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01365" y="40967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模型无视协议也不崩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24500" y="1828800"/>
            <a:ext cx="2289667" cy="2952750"/>
            <a:chOff x="5524500" y="1828800"/>
            <a:chExt cx="2289667" cy="2952750"/>
          </a:xfrm>
        </p:grpSpPr>
        <p:sp>
          <p:nvSpPr>
            <p:cNvPr id="43" name="Rectangle 43"/>
            <p:cNvSpPr/>
            <p:nvPr/>
          </p:nvSpPr>
          <p:spPr>
            <a:xfrm>
              <a:off x="5524500" y="1828800"/>
              <a:ext cx="2171700" cy="29527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524500" y="1981200"/>
              <a:ext cx="47625" cy="3048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712619" y="1997869"/>
              <a:ext cx="233362" cy="233362"/>
              <a:chOff x="5712619" y="1997869"/>
              <a:chExt cx="233362" cy="23336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745956" y="2031206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158353" y="0"/>
                    </a:moveTo>
                    <a:lnTo>
                      <a:pt x="8334" y="0"/>
                    </a:lnTo>
                    <a:cubicBezTo>
                      <a:pt x="3731" y="0"/>
                      <a:pt x="0" y="3731"/>
                      <a:pt x="0" y="8334"/>
                    </a:cubicBezTo>
                    <a:lnTo>
                      <a:pt x="0" y="158353"/>
                    </a:lnTo>
                    <a:cubicBezTo>
                      <a:pt x="0" y="162956"/>
                      <a:pt x="3731" y="166688"/>
                      <a:pt x="8334" y="166688"/>
                    </a:cubicBezTo>
                    <a:lnTo>
                      <a:pt x="158353" y="166688"/>
                    </a:lnTo>
                    <a:cubicBezTo>
                      <a:pt x="162956" y="166688"/>
                      <a:pt x="166688" y="162956"/>
                      <a:pt x="166688" y="158353"/>
                    </a:cubicBezTo>
                    <a:lnTo>
                      <a:pt x="166688" y="8334"/>
                    </a:lnTo>
                    <a:cubicBezTo>
                      <a:pt x="166688" y="3731"/>
                      <a:pt x="162956" y="0"/>
                      <a:pt x="158353" y="0"/>
                    </a:cubicBezTo>
                    <a:close/>
                    <a:moveTo>
                      <a:pt x="108347" y="108347"/>
                    </a:moveTo>
                    <a:lnTo>
                      <a:pt x="58341" y="108347"/>
                    </a:lnTo>
                    <a:lnTo>
                      <a:pt x="58341" y="58341"/>
                    </a:lnTo>
                    <a:lnTo>
                      <a:pt x="108347" y="58341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712619" y="1997869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141684" y="83344"/>
                    </a:moveTo>
                    <a:lnTo>
                      <a:pt x="91678" y="83344"/>
                    </a:lnTo>
                    <a:cubicBezTo>
                      <a:pt x="87075" y="83344"/>
                      <a:pt x="83344" y="87075"/>
                      <a:pt x="83344" y="91678"/>
                    </a:cubicBezTo>
                    <a:lnTo>
                      <a:pt x="83344" y="141684"/>
                    </a:lnTo>
                    <a:cubicBezTo>
                      <a:pt x="83344" y="146287"/>
                      <a:pt x="87075" y="150019"/>
                      <a:pt x="91678" y="150019"/>
                    </a:cubicBezTo>
                    <a:lnTo>
                      <a:pt x="141684" y="150019"/>
                    </a:lnTo>
                    <a:cubicBezTo>
                      <a:pt x="146287" y="150019"/>
                      <a:pt x="150019" y="146287"/>
                      <a:pt x="150019" y="141684"/>
                    </a:cubicBezTo>
                    <a:lnTo>
                      <a:pt x="150019" y="91678"/>
                    </a:lnTo>
                    <a:cubicBezTo>
                      <a:pt x="150019" y="87075"/>
                      <a:pt x="146287" y="83344"/>
                      <a:pt x="141684" y="83344"/>
                    </a:cubicBezTo>
                    <a:close/>
                    <a:moveTo>
                      <a:pt x="133350" y="133350"/>
                    </a:moveTo>
                    <a:lnTo>
                      <a:pt x="100012" y="133350"/>
                    </a:lnTo>
                    <a:lnTo>
                      <a:pt x="100012" y="100012"/>
                    </a:lnTo>
                    <a:lnTo>
                      <a:pt x="133350" y="100012"/>
                    </a:lnTo>
                    <a:close/>
                    <a:moveTo>
                      <a:pt x="225028" y="133350"/>
                    </a:moveTo>
                    <a:lnTo>
                      <a:pt x="208359" y="133350"/>
                    </a:lnTo>
                    <a:lnTo>
                      <a:pt x="208359" y="100012"/>
                    </a:lnTo>
                    <a:lnTo>
                      <a:pt x="225028" y="100012"/>
                    </a:lnTo>
                    <a:cubicBezTo>
                      <a:pt x="229631" y="100012"/>
                      <a:pt x="233362" y="96281"/>
                      <a:pt x="233362" y="91678"/>
                    </a:cubicBezTo>
                    <a:cubicBezTo>
                      <a:pt x="233362" y="87075"/>
                      <a:pt x="229631" y="83344"/>
                      <a:pt x="225028" y="83344"/>
                    </a:cubicBezTo>
                    <a:lnTo>
                      <a:pt x="208359" y="83344"/>
                    </a:lnTo>
                    <a:lnTo>
                      <a:pt x="208359" y="41672"/>
                    </a:lnTo>
                    <a:cubicBezTo>
                      <a:pt x="208359" y="32466"/>
                      <a:pt x="200897" y="25003"/>
                      <a:pt x="191691" y="25003"/>
                    </a:cubicBezTo>
                    <a:lnTo>
                      <a:pt x="150019" y="25003"/>
                    </a:lnTo>
                    <a:lnTo>
                      <a:pt x="150019" y="8334"/>
                    </a:lnTo>
                    <a:cubicBezTo>
                      <a:pt x="150019" y="3731"/>
                      <a:pt x="146287" y="0"/>
                      <a:pt x="141684" y="0"/>
                    </a:cubicBezTo>
                    <a:cubicBezTo>
                      <a:pt x="137081" y="0"/>
                      <a:pt x="133350" y="3731"/>
                      <a:pt x="133350" y="8334"/>
                    </a:cubicBezTo>
                    <a:lnTo>
                      <a:pt x="133350" y="25003"/>
                    </a:lnTo>
                    <a:lnTo>
                      <a:pt x="100012" y="25003"/>
                    </a:lnTo>
                    <a:lnTo>
                      <a:pt x="100012" y="8334"/>
                    </a:lnTo>
                    <a:cubicBezTo>
                      <a:pt x="100012" y="3731"/>
                      <a:pt x="96281" y="0"/>
                      <a:pt x="91678" y="0"/>
                    </a:cubicBezTo>
                    <a:cubicBezTo>
                      <a:pt x="87075" y="0"/>
                      <a:pt x="83344" y="3731"/>
                      <a:pt x="83344" y="8334"/>
                    </a:cubicBezTo>
                    <a:lnTo>
                      <a:pt x="83344" y="25003"/>
                    </a:lnTo>
                    <a:lnTo>
                      <a:pt x="41672" y="25003"/>
                    </a:lnTo>
                    <a:cubicBezTo>
                      <a:pt x="32466" y="25003"/>
                      <a:pt x="25003" y="32466"/>
                      <a:pt x="25003" y="41672"/>
                    </a:cubicBezTo>
                    <a:lnTo>
                      <a:pt x="25003" y="83344"/>
                    </a:lnTo>
                    <a:lnTo>
                      <a:pt x="8334" y="83344"/>
                    </a:lnTo>
                    <a:cubicBezTo>
                      <a:pt x="3731" y="83344"/>
                      <a:pt x="0" y="87075"/>
                      <a:pt x="0" y="91678"/>
                    </a:cubicBezTo>
                    <a:cubicBezTo>
                      <a:pt x="0" y="96281"/>
                      <a:pt x="3731" y="100012"/>
                      <a:pt x="8334" y="100012"/>
                    </a:cubicBezTo>
                    <a:lnTo>
                      <a:pt x="25003" y="100012"/>
                    </a:lnTo>
                    <a:lnTo>
                      <a:pt x="25003" y="133350"/>
                    </a:lnTo>
                    <a:lnTo>
                      <a:pt x="8334" y="133350"/>
                    </a:lnTo>
                    <a:cubicBezTo>
                      <a:pt x="3731" y="133350"/>
                      <a:pt x="0" y="137081"/>
                      <a:pt x="0" y="141684"/>
                    </a:cubicBezTo>
                    <a:cubicBezTo>
                      <a:pt x="0" y="146287"/>
                      <a:pt x="3731" y="150019"/>
                      <a:pt x="8334" y="150019"/>
                    </a:cubicBezTo>
                    <a:lnTo>
                      <a:pt x="25003" y="150019"/>
                    </a:lnTo>
                    <a:lnTo>
                      <a:pt x="25003" y="191691"/>
                    </a:lnTo>
                    <a:cubicBezTo>
                      <a:pt x="25003" y="200897"/>
                      <a:pt x="32466" y="208359"/>
                      <a:pt x="41672" y="208359"/>
                    </a:cubicBezTo>
                    <a:lnTo>
                      <a:pt x="83344" y="208359"/>
                    </a:lnTo>
                    <a:lnTo>
                      <a:pt x="83344" y="225028"/>
                    </a:lnTo>
                    <a:cubicBezTo>
                      <a:pt x="83344" y="229631"/>
                      <a:pt x="87075" y="233362"/>
                      <a:pt x="91678" y="233362"/>
                    </a:cubicBezTo>
                    <a:cubicBezTo>
                      <a:pt x="96281" y="233362"/>
                      <a:pt x="100012" y="229631"/>
                      <a:pt x="100012" y="225028"/>
                    </a:cubicBezTo>
                    <a:lnTo>
                      <a:pt x="100012" y="208359"/>
                    </a:lnTo>
                    <a:lnTo>
                      <a:pt x="133350" y="208359"/>
                    </a:lnTo>
                    <a:lnTo>
                      <a:pt x="133350" y="225028"/>
                    </a:lnTo>
                    <a:cubicBezTo>
                      <a:pt x="133350" y="229631"/>
                      <a:pt x="137081" y="233362"/>
                      <a:pt x="141684" y="233362"/>
                    </a:cubicBezTo>
                    <a:cubicBezTo>
                      <a:pt x="146287" y="233362"/>
                      <a:pt x="150019" y="229631"/>
                      <a:pt x="150019" y="225028"/>
                    </a:cubicBezTo>
                    <a:lnTo>
                      <a:pt x="150019" y="208359"/>
                    </a:lnTo>
                    <a:lnTo>
                      <a:pt x="191691" y="208359"/>
                    </a:lnTo>
                    <a:cubicBezTo>
                      <a:pt x="200897" y="208359"/>
                      <a:pt x="208359" y="200897"/>
                      <a:pt x="208359" y="191691"/>
                    </a:cubicBezTo>
                    <a:lnTo>
                      <a:pt x="208359" y="150019"/>
                    </a:lnTo>
                    <a:lnTo>
                      <a:pt x="225028" y="150019"/>
                    </a:lnTo>
                    <a:cubicBezTo>
                      <a:pt x="229631" y="150019"/>
                      <a:pt x="233362" y="146287"/>
                      <a:pt x="233362" y="141684"/>
                    </a:cubicBezTo>
                    <a:cubicBezTo>
                      <a:pt x="233362" y="137081"/>
                      <a:pt x="229631" y="133350"/>
                      <a:pt x="225028" y="133350"/>
                    </a:cubicBezTo>
                    <a:close/>
                    <a:moveTo>
                      <a:pt x="191691" y="191691"/>
                    </a:moveTo>
                    <a:lnTo>
                      <a:pt x="41672" y="191691"/>
                    </a:lnTo>
                    <a:lnTo>
                      <a:pt x="41672" y="41672"/>
                    </a:lnTo>
                    <a:lnTo>
                      <a:pt x="191691" y="41672"/>
                    </a:lnTo>
                    <a:lnTo>
                      <a:pt x="191691" y="141549"/>
                    </a:lnTo>
                    <a:cubicBezTo>
                      <a:pt x="191691" y="141549"/>
                      <a:pt x="191691" y="141643"/>
                      <a:pt x="191691" y="141684"/>
                    </a:cubicBezTo>
                    <a:cubicBezTo>
                      <a:pt x="191691" y="141726"/>
                      <a:pt x="191691" y="141778"/>
                      <a:pt x="191691" y="141820"/>
                    </a:cubicBezTo>
                    <a:lnTo>
                      <a:pt x="191691" y="191691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038850" y="20193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转录管线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676900" y="2400300"/>
              <a:ext cx="1866900" cy="247650"/>
            </a:xfrm>
            <a:prstGeom prst="roundRect">
              <a:avLst>
                <a:gd name="adj" fmla="val 23077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60528" y="2474595"/>
              <a:ext cx="1499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cache → 官方字幕 → ASR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3565" y="2782252"/>
              <a:ext cx="20815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B站官方字幕优先（含重试）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63565" y="3029902"/>
              <a:ext cx="2050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无字幕走 Whisper 兼容 ASR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63565" y="3220402"/>
              <a:ext cx="16522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（Groq / SiliconFlow）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63565" y="346805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&gt;24MB 音频在 Offscreen 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63565" y="3658552"/>
              <a:ext cx="18362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FFmpeg 分块，4s overlap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3565" y="390620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· 429 区分</a:t>
              </a:r>
              <a:r>
                <a:rPr lang="zh-CN" sz="105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配额耗尽</a:t>
              </a:r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/ 限流，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63565" y="40967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结构化错误码，不泄露原文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077200" y="1428750"/>
            <a:ext cx="3764090" cy="3571875"/>
            <a:chOff x="8077200" y="1428750"/>
            <a:chExt cx="3764090" cy="3571875"/>
          </a:xfrm>
        </p:grpSpPr>
        <p:sp>
          <p:nvSpPr>
            <p:cNvPr id="59" name="Rectangle 59"/>
            <p:cNvSpPr/>
            <p:nvPr/>
          </p:nvSpPr>
          <p:spPr>
            <a:xfrm>
              <a:off x="8077200" y="1428750"/>
              <a:ext cx="3505200" cy="3543300"/>
            </a:xfrm>
            <a:prstGeom prst="roundRect">
              <a:avLst>
                <a:gd name="adj" fmla="val 3261"/>
              </a:avLst>
            </a:prstGeom>
            <a:solidFill>
              <a:srgbClr val="1F1B1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285814" y="1638293"/>
              <a:ext cx="267643" cy="267643"/>
              <a:chOff x="8285814" y="1638293"/>
              <a:chExt cx="267643" cy="26764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41100" y="1692626"/>
                <a:ext cx="158000" cy="158048"/>
              </a:xfrm>
              <a:custGeom>
                <a:avLst/>
                <a:gdLst/>
                <a:ahLst/>
                <a:cxnLst/>
                <a:rect l="l" t="t" r="r" b="b"/>
                <a:pathLst>
                  <a:path w="158000" h="158048">
                    <a:moveTo>
                      <a:pt x="146866" y="77833"/>
                    </a:moveTo>
                    <a:lnTo>
                      <a:pt x="77810" y="146890"/>
                    </a:lnTo>
                    <a:cubicBezTo>
                      <a:pt x="66650" y="158048"/>
                      <a:pt x="48559" y="158048"/>
                      <a:pt x="37400" y="146890"/>
                    </a:cubicBezTo>
                    <a:lnTo>
                      <a:pt x="11135" y="120589"/>
                    </a:lnTo>
                    <a:cubicBezTo>
                      <a:pt x="0" y="109434"/>
                      <a:pt x="0" y="91370"/>
                      <a:pt x="11135" y="80215"/>
                    </a:cubicBezTo>
                    <a:lnTo>
                      <a:pt x="80191" y="11158"/>
                    </a:lnTo>
                    <a:cubicBezTo>
                      <a:pt x="91350" y="0"/>
                      <a:pt x="109442" y="0"/>
                      <a:pt x="120601" y="11158"/>
                    </a:cubicBezTo>
                    <a:lnTo>
                      <a:pt x="146866" y="37459"/>
                    </a:lnTo>
                    <a:cubicBezTo>
                      <a:pt x="158000" y="48614"/>
                      <a:pt x="158000" y="66678"/>
                      <a:pt x="146866" y="77833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85814" y="1638293"/>
                <a:ext cx="267643" cy="267643"/>
              </a:xfrm>
              <a:custGeom>
                <a:avLst/>
                <a:gdLst/>
                <a:ahLst/>
                <a:cxnLst/>
                <a:rect l="l" t="t" r="r" b="b"/>
                <a:pathLst>
                  <a:path w="267643" h="267643">
                    <a:moveTo>
                      <a:pt x="264850" y="2794"/>
                    </a:moveTo>
                    <a:cubicBezTo>
                      <a:pt x="263063" y="1005"/>
                      <a:pt x="260639" y="0"/>
                      <a:pt x="258111" y="0"/>
                    </a:cubicBezTo>
                    <a:cubicBezTo>
                      <a:pt x="255583" y="0"/>
                      <a:pt x="253158" y="1005"/>
                      <a:pt x="251372" y="2794"/>
                    </a:cubicBezTo>
                    <a:lnTo>
                      <a:pt x="188983" y="65194"/>
                    </a:lnTo>
                    <a:lnTo>
                      <a:pt x="182589" y="58789"/>
                    </a:lnTo>
                    <a:cubicBezTo>
                      <a:pt x="167696" y="43938"/>
                      <a:pt x="143595" y="43938"/>
                      <a:pt x="128702" y="58789"/>
                    </a:cubicBezTo>
                    <a:lnTo>
                      <a:pt x="100948" y="86554"/>
                    </a:lnTo>
                    <a:lnTo>
                      <a:pt x="93400" y="78994"/>
                    </a:lnTo>
                    <a:cubicBezTo>
                      <a:pt x="89678" y="75272"/>
                      <a:pt x="83644" y="75272"/>
                      <a:pt x="79922" y="78994"/>
                    </a:cubicBezTo>
                    <a:cubicBezTo>
                      <a:pt x="76200" y="82715"/>
                      <a:pt x="76200" y="88750"/>
                      <a:pt x="79922" y="92471"/>
                    </a:cubicBezTo>
                    <a:lnTo>
                      <a:pt x="87482" y="100020"/>
                    </a:lnTo>
                    <a:lnTo>
                      <a:pt x="59717" y="127773"/>
                    </a:lnTo>
                    <a:cubicBezTo>
                      <a:pt x="52570" y="134919"/>
                      <a:pt x="48555" y="144611"/>
                      <a:pt x="48555" y="154717"/>
                    </a:cubicBezTo>
                    <a:cubicBezTo>
                      <a:pt x="48555" y="164824"/>
                      <a:pt x="52570" y="174516"/>
                      <a:pt x="59717" y="181661"/>
                    </a:cubicBezTo>
                    <a:lnTo>
                      <a:pt x="66122" y="188055"/>
                    </a:lnTo>
                    <a:lnTo>
                      <a:pt x="3722" y="250444"/>
                    </a:lnTo>
                    <a:cubicBezTo>
                      <a:pt x="0" y="254165"/>
                      <a:pt x="0" y="260200"/>
                      <a:pt x="3722" y="263921"/>
                    </a:cubicBezTo>
                    <a:cubicBezTo>
                      <a:pt x="7444" y="267643"/>
                      <a:pt x="13478" y="267643"/>
                      <a:pt x="17200" y="263921"/>
                    </a:cubicBezTo>
                    <a:lnTo>
                      <a:pt x="79588" y="201521"/>
                    </a:lnTo>
                    <a:lnTo>
                      <a:pt x="85982" y="207926"/>
                    </a:lnTo>
                    <a:cubicBezTo>
                      <a:pt x="100878" y="222770"/>
                      <a:pt x="124974" y="222770"/>
                      <a:pt x="139870" y="207926"/>
                    </a:cubicBezTo>
                    <a:lnTo>
                      <a:pt x="167623" y="180161"/>
                    </a:lnTo>
                    <a:lnTo>
                      <a:pt x="175172" y="187721"/>
                    </a:lnTo>
                    <a:cubicBezTo>
                      <a:pt x="178894" y="191443"/>
                      <a:pt x="184928" y="191443"/>
                      <a:pt x="188650" y="187721"/>
                    </a:cubicBezTo>
                    <a:cubicBezTo>
                      <a:pt x="192371" y="184000"/>
                      <a:pt x="192371" y="177965"/>
                      <a:pt x="188650" y="174244"/>
                    </a:cubicBezTo>
                    <a:lnTo>
                      <a:pt x="181089" y="166695"/>
                    </a:lnTo>
                    <a:lnTo>
                      <a:pt x="208855" y="138942"/>
                    </a:lnTo>
                    <a:cubicBezTo>
                      <a:pt x="216002" y="131796"/>
                      <a:pt x="220017" y="122104"/>
                      <a:pt x="220017" y="111998"/>
                    </a:cubicBezTo>
                    <a:cubicBezTo>
                      <a:pt x="220017" y="101891"/>
                      <a:pt x="216002" y="92199"/>
                      <a:pt x="208855" y="85054"/>
                    </a:cubicBezTo>
                    <a:lnTo>
                      <a:pt x="202449" y="78660"/>
                    </a:lnTo>
                    <a:lnTo>
                      <a:pt x="264850" y="16271"/>
                    </a:lnTo>
                    <a:cubicBezTo>
                      <a:pt x="266638" y="14485"/>
                      <a:pt x="267643" y="12061"/>
                      <a:pt x="267643" y="9532"/>
                    </a:cubicBezTo>
                    <a:cubicBezTo>
                      <a:pt x="267643" y="7004"/>
                      <a:pt x="266638" y="4580"/>
                      <a:pt x="264850" y="2794"/>
                    </a:cubicBezTo>
                    <a:close/>
                    <a:moveTo>
                      <a:pt x="126392" y="194484"/>
                    </a:moveTo>
                    <a:cubicBezTo>
                      <a:pt x="118953" y="201918"/>
                      <a:pt x="106898" y="201918"/>
                      <a:pt x="99460" y="194484"/>
                    </a:cubicBezTo>
                    <a:lnTo>
                      <a:pt x="73195" y="168183"/>
                    </a:lnTo>
                    <a:cubicBezTo>
                      <a:pt x="65761" y="160745"/>
                      <a:pt x="65761" y="148690"/>
                      <a:pt x="73195" y="141251"/>
                    </a:cubicBezTo>
                    <a:lnTo>
                      <a:pt x="100948" y="113486"/>
                    </a:lnTo>
                    <a:lnTo>
                      <a:pt x="154157" y="166695"/>
                    </a:lnTo>
                    <a:close/>
                    <a:moveTo>
                      <a:pt x="195377" y="125499"/>
                    </a:moveTo>
                    <a:lnTo>
                      <a:pt x="195377" y="125499"/>
                    </a:lnTo>
                    <a:lnTo>
                      <a:pt x="167623" y="153229"/>
                    </a:lnTo>
                    <a:lnTo>
                      <a:pt x="114414" y="100020"/>
                    </a:lnTo>
                    <a:lnTo>
                      <a:pt x="142180" y="72267"/>
                    </a:lnTo>
                    <a:cubicBezTo>
                      <a:pt x="149618" y="64833"/>
                      <a:pt x="161673" y="64833"/>
                      <a:pt x="169112" y="72267"/>
                    </a:cubicBezTo>
                    <a:lnTo>
                      <a:pt x="195377" y="98460"/>
                    </a:lnTo>
                    <a:cubicBezTo>
                      <a:pt x="198950" y="102033"/>
                      <a:pt x="200958" y="106879"/>
                      <a:pt x="200958" y="111932"/>
                    </a:cubicBezTo>
                    <a:cubicBezTo>
                      <a:pt x="200958" y="116985"/>
                      <a:pt x="198950" y="121831"/>
                      <a:pt x="195377" y="125404"/>
                    </a:cubicBezTo>
                    <a:close/>
                    <a:moveTo>
                      <a:pt x="87149" y="22070"/>
                    </a:moveTo>
                    <a:cubicBezTo>
                      <a:pt x="85485" y="17079"/>
                      <a:pt x="88183" y="11684"/>
                      <a:pt x="93173" y="10021"/>
                    </a:cubicBezTo>
                    <a:cubicBezTo>
                      <a:pt x="98164" y="8357"/>
                      <a:pt x="103559" y="11054"/>
                      <a:pt x="105223" y="16045"/>
                    </a:cubicBezTo>
                    <a:lnTo>
                      <a:pt x="114748" y="44620"/>
                    </a:lnTo>
                    <a:cubicBezTo>
                      <a:pt x="116411" y="49611"/>
                      <a:pt x="113714" y="55006"/>
                      <a:pt x="108723" y="56669"/>
                    </a:cubicBezTo>
                    <a:cubicBezTo>
                      <a:pt x="103732" y="58333"/>
                      <a:pt x="98338" y="55636"/>
                      <a:pt x="96674" y="50645"/>
                    </a:cubicBezTo>
                    <a:close/>
                    <a:moveTo>
                      <a:pt x="10949" y="92245"/>
                    </a:moveTo>
                    <a:cubicBezTo>
                      <a:pt x="11748" y="89848"/>
                      <a:pt x="13466" y="87867"/>
                      <a:pt x="15726" y="86737"/>
                    </a:cubicBezTo>
                    <a:cubicBezTo>
                      <a:pt x="17985" y="85607"/>
                      <a:pt x="20601" y="85422"/>
                      <a:pt x="22998" y="86221"/>
                    </a:cubicBezTo>
                    <a:lnTo>
                      <a:pt x="51573" y="95746"/>
                    </a:lnTo>
                    <a:cubicBezTo>
                      <a:pt x="56564" y="97409"/>
                      <a:pt x="59261" y="102804"/>
                      <a:pt x="57598" y="107795"/>
                    </a:cubicBezTo>
                    <a:cubicBezTo>
                      <a:pt x="55934" y="112786"/>
                      <a:pt x="50539" y="115483"/>
                      <a:pt x="45548" y="113819"/>
                    </a:cubicBezTo>
                    <a:lnTo>
                      <a:pt x="16973" y="104294"/>
                    </a:lnTo>
                    <a:cubicBezTo>
                      <a:pt x="14577" y="103496"/>
                      <a:pt x="12595" y="101777"/>
                      <a:pt x="11465" y="99518"/>
                    </a:cubicBezTo>
                    <a:cubicBezTo>
                      <a:pt x="10336" y="97258"/>
                      <a:pt x="10150" y="94642"/>
                      <a:pt x="10949" y="92245"/>
                    </a:cubicBezTo>
                    <a:close/>
                    <a:moveTo>
                      <a:pt x="257623" y="174470"/>
                    </a:moveTo>
                    <a:cubicBezTo>
                      <a:pt x="256824" y="176867"/>
                      <a:pt x="255106" y="178848"/>
                      <a:pt x="252846" y="179978"/>
                    </a:cubicBezTo>
                    <a:cubicBezTo>
                      <a:pt x="250586" y="181108"/>
                      <a:pt x="247970" y="181293"/>
                      <a:pt x="245573" y="180494"/>
                    </a:cubicBezTo>
                    <a:lnTo>
                      <a:pt x="216998" y="170969"/>
                    </a:lnTo>
                    <a:cubicBezTo>
                      <a:pt x="212008" y="169306"/>
                      <a:pt x="209310" y="163911"/>
                      <a:pt x="210974" y="158920"/>
                    </a:cubicBezTo>
                    <a:cubicBezTo>
                      <a:pt x="212638" y="153929"/>
                      <a:pt x="218032" y="151232"/>
                      <a:pt x="223023" y="152896"/>
                    </a:cubicBezTo>
                    <a:lnTo>
                      <a:pt x="251598" y="162421"/>
                    </a:lnTo>
                    <a:cubicBezTo>
                      <a:pt x="253995" y="163219"/>
                      <a:pt x="255976" y="164938"/>
                      <a:pt x="257106" y="167197"/>
                    </a:cubicBezTo>
                    <a:cubicBezTo>
                      <a:pt x="258236" y="169457"/>
                      <a:pt x="258422" y="172073"/>
                      <a:pt x="257623" y="174470"/>
                    </a:cubicBezTo>
                    <a:close/>
                    <a:moveTo>
                      <a:pt x="181423" y="244645"/>
                    </a:moveTo>
                    <a:cubicBezTo>
                      <a:pt x="183086" y="249636"/>
                      <a:pt x="180389" y="255031"/>
                      <a:pt x="175398" y="256694"/>
                    </a:cubicBezTo>
                    <a:cubicBezTo>
                      <a:pt x="170407" y="258358"/>
                      <a:pt x="165013" y="255661"/>
                      <a:pt x="163349" y="250670"/>
                    </a:cubicBezTo>
                    <a:lnTo>
                      <a:pt x="153824" y="222095"/>
                    </a:lnTo>
                    <a:cubicBezTo>
                      <a:pt x="152160" y="217104"/>
                      <a:pt x="154858" y="211709"/>
                      <a:pt x="159848" y="210046"/>
                    </a:cubicBezTo>
                    <a:cubicBezTo>
                      <a:pt x="164839" y="208382"/>
                      <a:pt x="170234" y="211079"/>
                      <a:pt x="171898" y="216070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667750" y="1676400"/>
              <a:ext cx="15217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Provider 矩阵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54365" y="2134552"/>
              <a:ext cx="5710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LLM </a:t>
              </a:r>
              <a:r>
                <a:rPr lang="zh-CN" sz="1050" b="1" dirty="0">
                  <a:solidFill>
                    <a:srgbClr val="FC7E5B"/>
                  </a:solidFill>
                  <a:latin typeface="Arial"/>
                  <a:ea typeface="Microsoft YaHei"/>
                  <a:cs typeface="Arial"/>
                </a:rPr>
                <a:t>× 9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8264728" y="2359434"/>
              <a:ext cx="215463" cy="212400"/>
            </a:xfrm>
            <a:custGeom>
              <a:avLst/>
              <a:gdLst/>
              <a:ahLst/>
              <a:cxnLst/>
              <a:rect l="l" t="t" r="r" b="b"/>
              <a:pathLst>
                <a:path w="215463" h="212400">
                  <a:moveTo>
                    <a:pt x="197521" y="88516"/>
                  </a:moveTo>
                  <a:cubicBezTo>
                    <a:pt x="202261" y="74242"/>
                    <a:pt x="200620" y="58617"/>
                    <a:pt x="193019" y="45639"/>
                  </a:cubicBezTo>
                  <a:cubicBezTo>
                    <a:pt x="181588" y="25743"/>
                    <a:pt x="158615" y="15509"/>
                    <a:pt x="136180" y="20318"/>
                  </a:cubicBezTo>
                  <a:cubicBezTo>
                    <a:pt x="123536" y="6254"/>
                    <a:pt x="104352" y="0"/>
                    <a:pt x="85849" y="3910"/>
                  </a:cubicBezTo>
                  <a:cubicBezTo>
                    <a:pt x="67346" y="7820"/>
                    <a:pt x="52333" y="21301"/>
                    <a:pt x="46460" y="39278"/>
                  </a:cubicBezTo>
                  <a:cubicBezTo>
                    <a:pt x="31723" y="42300"/>
                    <a:pt x="19003" y="51527"/>
                    <a:pt x="11555" y="64599"/>
                  </a:cubicBezTo>
                  <a:cubicBezTo>
                    <a:pt x="0" y="84463"/>
                    <a:pt x="2622" y="109520"/>
                    <a:pt x="18040" y="126561"/>
                  </a:cubicBezTo>
                  <a:cubicBezTo>
                    <a:pt x="13282" y="140829"/>
                    <a:pt x="14908" y="156455"/>
                    <a:pt x="22502" y="169437"/>
                  </a:cubicBezTo>
                  <a:cubicBezTo>
                    <a:pt x="33946" y="189340"/>
                    <a:pt x="56934" y="199574"/>
                    <a:pt x="79382" y="194759"/>
                  </a:cubicBezTo>
                  <a:cubicBezTo>
                    <a:pt x="89367" y="206003"/>
                    <a:pt x="103711" y="212400"/>
                    <a:pt x="118748" y="212316"/>
                  </a:cubicBezTo>
                  <a:cubicBezTo>
                    <a:pt x="141745" y="212337"/>
                    <a:pt x="162118" y="197491"/>
                    <a:pt x="169143" y="175594"/>
                  </a:cubicBezTo>
                  <a:cubicBezTo>
                    <a:pt x="183878" y="172567"/>
                    <a:pt x="196596" y="163340"/>
                    <a:pt x="204048" y="150272"/>
                  </a:cubicBezTo>
                  <a:cubicBezTo>
                    <a:pt x="215463" y="130443"/>
                    <a:pt x="212829" y="105522"/>
                    <a:pt x="197521" y="88517"/>
                  </a:cubicBezTo>
                  <a:close/>
                  <a:moveTo>
                    <a:pt x="118748" y="198601"/>
                  </a:moveTo>
                  <a:cubicBezTo>
                    <a:pt x="109569" y="198615"/>
                    <a:pt x="100678" y="195398"/>
                    <a:pt x="93633" y="189513"/>
                  </a:cubicBezTo>
                  <a:lnTo>
                    <a:pt x="94872" y="188811"/>
                  </a:lnTo>
                  <a:lnTo>
                    <a:pt x="136593" y="164729"/>
                  </a:lnTo>
                  <a:cubicBezTo>
                    <a:pt x="138705" y="163490"/>
                    <a:pt x="140008" y="161229"/>
                    <a:pt x="140022" y="158780"/>
                  </a:cubicBezTo>
                  <a:lnTo>
                    <a:pt x="140022" y="99958"/>
                  </a:lnTo>
                  <a:lnTo>
                    <a:pt x="157659" y="110162"/>
                  </a:lnTo>
                  <a:cubicBezTo>
                    <a:pt x="157836" y="110251"/>
                    <a:pt x="157959" y="110420"/>
                    <a:pt x="157991" y="110616"/>
                  </a:cubicBezTo>
                  <a:lnTo>
                    <a:pt x="157991" y="159359"/>
                  </a:lnTo>
                  <a:cubicBezTo>
                    <a:pt x="157944" y="181013"/>
                    <a:pt x="140402" y="198555"/>
                    <a:pt x="118748" y="198601"/>
                  </a:cubicBezTo>
                  <a:close/>
                  <a:moveTo>
                    <a:pt x="34398" y="162581"/>
                  </a:moveTo>
                  <a:cubicBezTo>
                    <a:pt x="29795" y="154632"/>
                    <a:pt x="28142" y="145314"/>
                    <a:pt x="29730" y="136267"/>
                  </a:cubicBezTo>
                  <a:lnTo>
                    <a:pt x="30970" y="137011"/>
                  </a:lnTo>
                  <a:lnTo>
                    <a:pt x="72732" y="161094"/>
                  </a:lnTo>
                  <a:cubicBezTo>
                    <a:pt x="74836" y="162328"/>
                    <a:pt x="77443" y="162328"/>
                    <a:pt x="79547" y="161094"/>
                  </a:cubicBezTo>
                  <a:lnTo>
                    <a:pt x="130562" y="131683"/>
                  </a:lnTo>
                  <a:lnTo>
                    <a:pt x="130562" y="152047"/>
                  </a:lnTo>
                  <a:cubicBezTo>
                    <a:pt x="130552" y="152261"/>
                    <a:pt x="130446" y="152459"/>
                    <a:pt x="130272" y="152584"/>
                  </a:cubicBezTo>
                  <a:lnTo>
                    <a:pt x="88015" y="176956"/>
                  </a:lnTo>
                  <a:cubicBezTo>
                    <a:pt x="69237" y="187773"/>
                    <a:pt x="45246" y="181341"/>
                    <a:pt x="34398" y="162581"/>
                  </a:cubicBezTo>
                  <a:close/>
                  <a:moveTo>
                    <a:pt x="23411" y="71704"/>
                  </a:moveTo>
                  <a:cubicBezTo>
                    <a:pt x="28046" y="63704"/>
                    <a:pt x="35362" y="57603"/>
                    <a:pt x="44064" y="54479"/>
                  </a:cubicBezTo>
                  <a:lnTo>
                    <a:pt x="44064" y="104048"/>
                  </a:lnTo>
                  <a:cubicBezTo>
                    <a:pt x="44032" y="106487"/>
                    <a:pt x="45330" y="108750"/>
                    <a:pt x="47451" y="109955"/>
                  </a:cubicBezTo>
                  <a:lnTo>
                    <a:pt x="98218" y="139242"/>
                  </a:lnTo>
                  <a:lnTo>
                    <a:pt x="80580" y="149445"/>
                  </a:lnTo>
                  <a:cubicBezTo>
                    <a:pt x="80386" y="149547"/>
                    <a:pt x="80154" y="149547"/>
                    <a:pt x="79960" y="149445"/>
                  </a:cubicBezTo>
                  <a:lnTo>
                    <a:pt x="37786" y="125115"/>
                  </a:lnTo>
                  <a:cubicBezTo>
                    <a:pt x="19045" y="114252"/>
                    <a:pt x="12618" y="90279"/>
                    <a:pt x="23411" y="71498"/>
                  </a:cubicBezTo>
                  <a:close/>
                  <a:moveTo>
                    <a:pt x="168317" y="105370"/>
                  </a:moveTo>
                  <a:lnTo>
                    <a:pt x="117385" y="75794"/>
                  </a:lnTo>
                  <a:lnTo>
                    <a:pt x="134982" y="65631"/>
                  </a:lnTo>
                  <a:cubicBezTo>
                    <a:pt x="135176" y="65528"/>
                    <a:pt x="135408" y="65528"/>
                    <a:pt x="135602" y="65631"/>
                  </a:cubicBezTo>
                  <a:lnTo>
                    <a:pt x="177776" y="90002"/>
                  </a:lnTo>
                  <a:cubicBezTo>
                    <a:pt x="190940" y="97598"/>
                    <a:pt x="198534" y="112111"/>
                    <a:pt x="197270" y="127256"/>
                  </a:cubicBezTo>
                  <a:cubicBezTo>
                    <a:pt x="196006" y="142401"/>
                    <a:pt x="186110" y="155454"/>
                    <a:pt x="171870" y="160762"/>
                  </a:cubicBezTo>
                  <a:lnTo>
                    <a:pt x="171870" y="111193"/>
                  </a:lnTo>
                  <a:cubicBezTo>
                    <a:pt x="171795" y="108761"/>
                    <a:pt x="170445" y="106548"/>
                    <a:pt x="168316" y="105369"/>
                  </a:cubicBezTo>
                  <a:close/>
                  <a:moveTo>
                    <a:pt x="185873" y="78975"/>
                  </a:moveTo>
                  <a:lnTo>
                    <a:pt x="184633" y="78231"/>
                  </a:lnTo>
                  <a:lnTo>
                    <a:pt x="142954" y="53942"/>
                  </a:lnTo>
                  <a:cubicBezTo>
                    <a:pt x="140837" y="52700"/>
                    <a:pt x="138214" y="52700"/>
                    <a:pt x="136097" y="53942"/>
                  </a:cubicBezTo>
                  <a:lnTo>
                    <a:pt x="85125" y="83352"/>
                  </a:lnTo>
                  <a:lnTo>
                    <a:pt x="85125" y="62989"/>
                  </a:lnTo>
                  <a:cubicBezTo>
                    <a:pt x="85103" y="62778"/>
                    <a:pt x="85198" y="62572"/>
                    <a:pt x="85373" y="62452"/>
                  </a:cubicBezTo>
                  <a:lnTo>
                    <a:pt x="127547" y="38121"/>
                  </a:lnTo>
                  <a:cubicBezTo>
                    <a:pt x="140743" y="30519"/>
                    <a:pt x="157143" y="31229"/>
                    <a:pt x="169632" y="39941"/>
                  </a:cubicBezTo>
                  <a:cubicBezTo>
                    <a:pt x="182122" y="48654"/>
                    <a:pt x="188451" y="63800"/>
                    <a:pt x="185874" y="78809"/>
                  </a:cubicBezTo>
                  <a:close/>
                  <a:moveTo>
                    <a:pt x="75499" y="115076"/>
                  </a:moveTo>
                  <a:lnTo>
                    <a:pt x="57861" y="104914"/>
                  </a:lnTo>
                  <a:cubicBezTo>
                    <a:pt x="57683" y="104807"/>
                    <a:pt x="57561" y="104625"/>
                    <a:pt x="57530" y="104419"/>
                  </a:cubicBezTo>
                  <a:lnTo>
                    <a:pt x="57530" y="55801"/>
                  </a:lnTo>
                  <a:cubicBezTo>
                    <a:pt x="57549" y="40575"/>
                    <a:pt x="66366" y="26732"/>
                    <a:pt x="80154" y="20276"/>
                  </a:cubicBezTo>
                  <a:cubicBezTo>
                    <a:pt x="93943" y="13819"/>
                    <a:pt x="110221" y="15912"/>
                    <a:pt x="121929" y="25646"/>
                  </a:cubicBezTo>
                  <a:lnTo>
                    <a:pt x="120689" y="26349"/>
                  </a:lnTo>
                  <a:lnTo>
                    <a:pt x="78969" y="50430"/>
                  </a:lnTo>
                  <a:cubicBezTo>
                    <a:pt x="76857" y="51669"/>
                    <a:pt x="75554" y="53929"/>
                    <a:pt x="75540" y="56378"/>
                  </a:cubicBezTo>
                  <a:close/>
                  <a:moveTo>
                    <a:pt x="85082" y="94423"/>
                  </a:moveTo>
                  <a:lnTo>
                    <a:pt x="107801" y="81328"/>
                  </a:lnTo>
                  <a:lnTo>
                    <a:pt x="130562" y="94423"/>
                  </a:lnTo>
                  <a:lnTo>
                    <a:pt x="130562" y="120611"/>
                  </a:lnTo>
                  <a:lnTo>
                    <a:pt x="107884" y="133706"/>
                  </a:lnTo>
                  <a:lnTo>
                    <a:pt x="85124" y="120611"/>
                  </a:lnTo>
                  <a:close/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572500" y="2393116"/>
              <a:ext cx="209550" cy="147717"/>
            </a:xfrm>
            <a:custGeom>
              <a:avLst/>
              <a:gdLst/>
              <a:ahLst/>
              <a:cxnLst/>
              <a:rect l="l" t="t" r="r" b="b"/>
              <a:pathLst>
                <a:path w="209550" h="147717">
                  <a:moveTo>
                    <a:pt x="151086" y="1"/>
                  </a:moveTo>
                  <a:lnTo>
                    <a:pt x="119027" y="1"/>
                  </a:lnTo>
                  <a:lnTo>
                    <a:pt x="177491" y="147716"/>
                  </a:lnTo>
                  <a:lnTo>
                    <a:pt x="209550" y="147716"/>
                  </a:lnTo>
                  <a:close/>
                  <a:moveTo>
                    <a:pt x="58464" y="1"/>
                  </a:moveTo>
                  <a:lnTo>
                    <a:pt x="0" y="147716"/>
                  </a:lnTo>
                  <a:lnTo>
                    <a:pt x="32692" y="147716"/>
                  </a:lnTo>
                  <a:lnTo>
                    <a:pt x="44647" y="116697"/>
                  </a:lnTo>
                  <a:lnTo>
                    <a:pt x="105811" y="116697"/>
                  </a:lnTo>
                  <a:lnTo>
                    <a:pt x="117767" y="147717"/>
                  </a:lnTo>
                  <a:lnTo>
                    <a:pt x="150459" y="147717"/>
                  </a:lnTo>
                  <a:lnTo>
                    <a:pt x="91995" y="0"/>
                  </a:lnTo>
                  <a:close/>
                  <a:moveTo>
                    <a:pt x="55223" y="89262"/>
                  </a:moveTo>
                  <a:lnTo>
                    <a:pt x="75229" y="37350"/>
                  </a:lnTo>
                  <a:lnTo>
                    <a:pt x="95236" y="89262"/>
                  </a:lnTo>
                  <a:close/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877300" y="236220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96393" y="168688"/>
                  </a:moveTo>
                  <a:cubicBezTo>
                    <a:pt x="101981" y="181435"/>
                    <a:pt x="104775" y="195056"/>
                    <a:pt x="104775" y="209550"/>
                  </a:cubicBezTo>
                  <a:cubicBezTo>
                    <a:pt x="104775" y="195056"/>
                    <a:pt x="107482" y="181435"/>
                    <a:pt x="112895" y="168688"/>
                  </a:cubicBezTo>
                  <a:cubicBezTo>
                    <a:pt x="118483" y="155940"/>
                    <a:pt x="125992" y="144851"/>
                    <a:pt x="135422" y="135422"/>
                  </a:cubicBezTo>
                  <a:cubicBezTo>
                    <a:pt x="144851" y="125992"/>
                    <a:pt x="155940" y="118570"/>
                    <a:pt x="168688" y="113157"/>
                  </a:cubicBezTo>
                  <a:cubicBezTo>
                    <a:pt x="181435" y="107569"/>
                    <a:pt x="195056" y="104775"/>
                    <a:pt x="209550" y="104775"/>
                  </a:cubicBezTo>
                  <a:cubicBezTo>
                    <a:pt x="195056" y="104775"/>
                    <a:pt x="181435" y="102068"/>
                    <a:pt x="168688" y="96655"/>
                  </a:cubicBezTo>
                  <a:cubicBezTo>
                    <a:pt x="156281" y="91305"/>
                    <a:pt x="144995" y="83663"/>
                    <a:pt x="135422" y="74128"/>
                  </a:cubicBezTo>
                  <a:cubicBezTo>
                    <a:pt x="125887" y="64555"/>
                    <a:pt x="118245" y="53269"/>
                    <a:pt x="112895" y="40862"/>
                  </a:cubicBezTo>
                  <a:cubicBezTo>
                    <a:pt x="107482" y="28115"/>
                    <a:pt x="104775" y="14494"/>
                    <a:pt x="104775" y="0"/>
                  </a:cubicBezTo>
                  <a:cubicBezTo>
                    <a:pt x="104775" y="14494"/>
                    <a:pt x="101981" y="28115"/>
                    <a:pt x="96393" y="40862"/>
                  </a:cubicBezTo>
                  <a:cubicBezTo>
                    <a:pt x="90980" y="53610"/>
                    <a:pt x="83558" y="64699"/>
                    <a:pt x="74128" y="74128"/>
                  </a:cubicBezTo>
                  <a:cubicBezTo>
                    <a:pt x="64555" y="83663"/>
                    <a:pt x="53269" y="91305"/>
                    <a:pt x="40862" y="96655"/>
                  </a:cubicBezTo>
                  <a:cubicBezTo>
                    <a:pt x="28115" y="102068"/>
                    <a:pt x="14494" y="104775"/>
                    <a:pt x="0" y="104775"/>
                  </a:cubicBezTo>
                  <a:cubicBezTo>
                    <a:pt x="14494" y="104775"/>
                    <a:pt x="28115" y="107569"/>
                    <a:pt x="40862" y="113157"/>
                  </a:cubicBezTo>
                  <a:cubicBezTo>
                    <a:pt x="53610" y="118570"/>
                    <a:pt x="64699" y="125992"/>
                    <a:pt x="74128" y="135422"/>
                  </a:cubicBezTo>
                  <a:cubicBezTo>
                    <a:pt x="83558" y="144851"/>
                    <a:pt x="90980" y="155940"/>
                    <a:pt x="96393" y="168688"/>
                  </a:cubicBezTo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187815" y="2410778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DeepSeek · ZhiPu · Kimi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54365" y="2667952"/>
              <a:ext cx="2625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ModelScope · OpenRouter · Custom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267700" y="29527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4A443E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54365" y="3106102"/>
              <a:ext cx="10387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Embedding </a:t>
              </a:r>
              <a:r>
                <a:rPr lang="zh-CN" sz="1050" b="1" dirty="0">
                  <a:solidFill>
                    <a:srgbClr val="FC7E5B"/>
                  </a:solidFill>
                  <a:latin typeface="Arial"/>
                  <a:ea typeface="Microsoft YaHei"/>
                  <a:cs typeface="Arial"/>
                </a:rPr>
                <a:t>× 6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8264728" y="3330984"/>
              <a:ext cx="215463" cy="212400"/>
            </a:xfrm>
            <a:custGeom>
              <a:avLst/>
              <a:gdLst/>
              <a:ahLst/>
              <a:cxnLst/>
              <a:rect l="l" t="t" r="r" b="b"/>
              <a:pathLst>
                <a:path w="215463" h="212400">
                  <a:moveTo>
                    <a:pt x="197521" y="88516"/>
                  </a:moveTo>
                  <a:cubicBezTo>
                    <a:pt x="202261" y="74242"/>
                    <a:pt x="200620" y="58617"/>
                    <a:pt x="193019" y="45639"/>
                  </a:cubicBezTo>
                  <a:cubicBezTo>
                    <a:pt x="181588" y="25743"/>
                    <a:pt x="158615" y="15509"/>
                    <a:pt x="136180" y="20318"/>
                  </a:cubicBezTo>
                  <a:cubicBezTo>
                    <a:pt x="123536" y="6254"/>
                    <a:pt x="104352" y="0"/>
                    <a:pt x="85849" y="3910"/>
                  </a:cubicBezTo>
                  <a:cubicBezTo>
                    <a:pt x="67346" y="7820"/>
                    <a:pt x="52333" y="21301"/>
                    <a:pt x="46460" y="39278"/>
                  </a:cubicBezTo>
                  <a:cubicBezTo>
                    <a:pt x="31723" y="42300"/>
                    <a:pt x="19003" y="51527"/>
                    <a:pt x="11555" y="64599"/>
                  </a:cubicBezTo>
                  <a:cubicBezTo>
                    <a:pt x="0" y="84463"/>
                    <a:pt x="2622" y="109520"/>
                    <a:pt x="18040" y="126561"/>
                  </a:cubicBezTo>
                  <a:cubicBezTo>
                    <a:pt x="13282" y="140829"/>
                    <a:pt x="14908" y="156455"/>
                    <a:pt x="22502" y="169437"/>
                  </a:cubicBezTo>
                  <a:cubicBezTo>
                    <a:pt x="33946" y="189340"/>
                    <a:pt x="56934" y="199574"/>
                    <a:pt x="79382" y="194759"/>
                  </a:cubicBezTo>
                  <a:cubicBezTo>
                    <a:pt x="89367" y="206003"/>
                    <a:pt x="103711" y="212400"/>
                    <a:pt x="118748" y="212316"/>
                  </a:cubicBezTo>
                  <a:cubicBezTo>
                    <a:pt x="141745" y="212337"/>
                    <a:pt x="162118" y="197491"/>
                    <a:pt x="169143" y="175594"/>
                  </a:cubicBezTo>
                  <a:cubicBezTo>
                    <a:pt x="183878" y="172567"/>
                    <a:pt x="196596" y="163340"/>
                    <a:pt x="204048" y="150272"/>
                  </a:cubicBezTo>
                  <a:cubicBezTo>
                    <a:pt x="215463" y="130443"/>
                    <a:pt x="212829" y="105522"/>
                    <a:pt x="197521" y="88517"/>
                  </a:cubicBezTo>
                  <a:close/>
                  <a:moveTo>
                    <a:pt x="118748" y="198601"/>
                  </a:moveTo>
                  <a:cubicBezTo>
                    <a:pt x="109569" y="198615"/>
                    <a:pt x="100678" y="195398"/>
                    <a:pt x="93633" y="189513"/>
                  </a:cubicBezTo>
                  <a:lnTo>
                    <a:pt x="94872" y="188811"/>
                  </a:lnTo>
                  <a:lnTo>
                    <a:pt x="136593" y="164729"/>
                  </a:lnTo>
                  <a:cubicBezTo>
                    <a:pt x="138705" y="163490"/>
                    <a:pt x="140008" y="161229"/>
                    <a:pt x="140022" y="158780"/>
                  </a:cubicBezTo>
                  <a:lnTo>
                    <a:pt x="140022" y="99958"/>
                  </a:lnTo>
                  <a:lnTo>
                    <a:pt x="157659" y="110162"/>
                  </a:lnTo>
                  <a:cubicBezTo>
                    <a:pt x="157836" y="110251"/>
                    <a:pt x="157959" y="110420"/>
                    <a:pt x="157991" y="110616"/>
                  </a:cubicBezTo>
                  <a:lnTo>
                    <a:pt x="157991" y="159359"/>
                  </a:lnTo>
                  <a:cubicBezTo>
                    <a:pt x="157944" y="181013"/>
                    <a:pt x="140402" y="198555"/>
                    <a:pt x="118748" y="198601"/>
                  </a:cubicBezTo>
                  <a:close/>
                  <a:moveTo>
                    <a:pt x="34398" y="162581"/>
                  </a:moveTo>
                  <a:cubicBezTo>
                    <a:pt x="29795" y="154632"/>
                    <a:pt x="28142" y="145314"/>
                    <a:pt x="29730" y="136267"/>
                  </a:cubicBezTo>
                  <a:lnTo>
                    <a:pt x="30970" y="137011"/>
                  </a:lnTo>
                  <a:lnTo>
                    <a:pt x="72732" y="161094"/>
                  </a:lnTo>
                  <a:cubicBezTo>
                    <a:pt x="74836" y="162328"/>
                    <a:pt x="77443" y="162328"/>
                    <a:pt x="79547" y="161094"/>
                  </a:cubicBezTo>
                  <a:lnTo>
                    <a:pt x="130562" y="131683"/>
                  </a:lnTo>
                  <a:lnTo>
                    <a:pt x="130562" y="152047"/>
                  </a:lnTo>
                  <a:cubicBezTo>
                    <a:pt x="130552" y="152261"/>
                    <a:pt x="130446" y="152459"/>
                    <a:pt x="130272" y="152584"/>
                  </a:cubicBezTo>
                  <a:lnTo>
                    <a:pt x="88015" y="176956"/>
                  </a:lnTo>
                  <a:cubicBezTo>
                    <a:pt x="69237" y="187773"/>
                    <a:pt x="45246" y="181341"/>
                    <a:pt x="34398" y="162581"/>
                  </a:cubicBezTo>
                  <a:close/>
                  <a:moveTo>
                    <a:pt x="23411" y="71704"/>
                  </a:moveTo>
                  <a:cubicBezTo>
                    <a:pt x="28046" y="63704"/>
                    <a:pt x="35362" y="57603"/>
                    <a:pt x="44064" y="54479"/>
                  </a:cubicBezTo>
                  <a:lnTo>
                    <a:pt x="44064" y="104048"/>
                  </a:lnTo>
                  <a:cubicBezTo>
                    <a:pt x="44032" y="106487"/>
                    <a:pt x="45330" y="108750"/>
                    <a:pt x="47451" y="109955"/>
                  </a:cubicBezTo>
                  <a:lnTo>
                    <a:pt x="98218" y="139242"/>
                  </a:lnTo>
                  <a:lnTo>
                    <a:pt x="80580" y="149445"/>
                  </a:lnTo>
                  <a:cubicBezTo>
                    <a:pt x="80386" y="149547"/>
                    <a:pt x="80154" y="149547"/>
                    <a:pt x="79960" y="149445"/>
                  </a:cubicBezTo>
                  <a:lnTo>
                    <a:pt x="37786" y="125115"/>
                  </a:lnTo>
                  <a:cubicBezTo>
                    <a:pt x="19045" y="114252"/>
                    <a:pt x="12618" y="90279"/>
                    <a:pt x="23411" y="71498"/>
                  </a:cubicBezTo>
                  <a:close/>
                  <a:moveTo>
                    <a:pt x="168317" y="105370"/>
                  </a:moveTo>
                  <a:lnTo>
                    <a:pt x="117385" y="75794"/>
                  </a:lnTo>
                  <a:lnTo>
                    <a:pt x="134982" y="65631"/>
                  </a:lnTo>
                  <a:cubicBezTo>
                    <a:pt x="135176" y="65528"/>
                    <a:pt x="135408" y="65528"/>
                    <a:pt x="135602" y="65631"/>
                  </a:cubicBezTo>
                  <a:lnTo>
                    <a:pt x="177776" y="90002"/>
                  </a:lnTo>
                  <a:cubicBezTo>
                    <a:pt x="190940" y="97598"/>
                    <a:pt x="198534" y="112111"/>
                    <a:pt x="197270" y="127256"/>
                  </a:cubicBezTo>
                  <a:cubicBezTo>
                    <a:pt x="196006" y="142401"/>
                    <a:pt x="186110" y="155454"/>
                    <a:pt x="171870" y="160762"/>
                  </a:cubicBezTo>
                  <a:lnTo>
                    <a:pt x="171870" y="111193"/>
                  </a:lnTo>
                  <a:cubicBezTo>
                    <a:pt x="171795" y="108761"/>
                    <a:pt x="170445" y="106548"/>
                    <a:pt x="168316" y="105369"/>
                  </a:cubicBezTo>
                  <a:close/>
                  <a:moveTo>
                    <a:pt x="185873" y="78975"/>
                  </a:moveTo>
                  <a:lnTo>
                    <a:pt x="184633" y="78231"/>
                  </a:lnTo>
                  <a:lnTo>
                    <a:pt x="142954" y="53942"/>
                  </a:lnTo>
                  <a:cubicBezTo>
                    <a:pt x="140837" y="52700"/>
                    <a:pt x="138214" y="52700"/>
                    <a:pt x="136097" y="53942"/>
                  </a:cubicBezTo>
                  <a:lnTo>
                    <a:pt x="85125" y="83352"/>
                  </a:lnTo>
                  <a:lnTo>
                    <a:pt x="85125" y="62989"/>
                  </a:lnTo>
                  <a:cubicBezTo>
                    <a:pt x="85103" y="62778"/>
                    <a:pt x="85198" y="62572"/>
                    <a:pt x="85373" y="62452"/>
                  </a:cubicBezTo>
                  <a:lnTo>
                    <a:pt x="127547" y="38121"/>
                  </a:lnTo>
                  <a:cubicBezTo>
                    <a:pt x="140743" y="30519"/>
                    <a:pt x="157143" y="31229"/>
                    <a:pt x="169632" y="39941"/>
                  </a:cubicBezTo>
                  <a:cubicBezTo>
                    <a:pt x="182122" y="48654"/>
                    <a:pt x="188451" y="63800"/>
                    <a:pt x="185874" y="78809"/>
                  </a:cubicBezTo>
                  <a:close/>
                  <a:moveTo>
                    <a:pt x="75499" y="115076"/>
                  </a:moveTo>
                  <a:lnTo>
                    <a:pt x="57861" y="104914"/>
                  </a:lnTo>
                  <a:cubicBezTo>
                    <a:pt x="57683" y="104807"/>
                    <a:pt x="57561" y="104625"/>
                    <a:pt x="57530" y="104419"/>
                  </a:cubicBezTo>
                  <a:lnTo>
                    <a:pt x="57530" y="55801"/>
                  </a:lnTo>
                  <a:cubicBezTo>
                    <a:pt x="57549" y="40575"/>
                    <a:pt x="66366" y="26732"/>
                    <a:pt x="80154" y="20276"/>
                  </a:cubicBezTo>
                  <a:cubicBezTo>
                    <a:pt x="93943" y="13819"/>
                    <a:pt x="110221" y="15912"/>
                    <a:pt x="121929" y="25646"/>
                  </a:cubicBezTo>
                  <a:lnTo>
                    <a:pt x="120689" y="26349"/>
                  </a:lnTo>
                  <a:lnTo>
                    <a:pt x="78969" y="50430"/>
                  </a:lnTo>
                  <a:cubicBezTo>
                    <a:pt x="76857" y="51669"/>
                    <a:pt x="75554" y="53929"/>
                    <a:pt x="75540" y="56378"/>
                  </a:cubicBezTo>
                  <a:close/>
                  <a:moveTo>
                    <a:pt x="85082" y="94423"/>
                  </a:moveTo>
                  <a:lnTo>
                    <a:pt x="107801" y="81328"/>
                  </a:lnTo>
                  <a:lnTo>
                    <a:pt x="130562" y="94423"/>
                  </a:lnTo>
                  <a:lnTo>
                    <a:pt x="130562" y="120611"/>
                  </a:lnTo>
                  <a:lnTo>
                    <a:pt x="107884" y="133706"/>
                  </a:lnTo>
                  <a:lnTo>
                    <a:pt x="85124" y="120611"/>
                  </a:lnTo>
                  <a:close/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8572500" y="333375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96393" y="168688"/>
                  </a:moveTo>
                  <a:cubicBezTo>
                    <a:pt x="101981" y="181435"/>
                    <a:pt x="104775" y="195056"/>
                    <a:pt x="104775" y="209550"/>
                  </a:cubicBezTo>
                  <a:cubicBezTo>
                    <a:pt x="104775" y="195056"/>
                    <a:pt x="107482" y="181435"/>
                    <a:pt x="112895" y="168688"/>
                  </a:cubicBezTo>
                  <a:cubicBezTo>
                    <a:pt x="118483" y="155940"/>
                    <a:pt x="125992" y="144851"/>
                    <a:pt x="135422" y="135422"/>
                  </a:cubicBezTo>
                  <a:cubicBezTo>
                    <a:pt x="144851" y="125992"/>
                    <a:pt x="155940" y="118570"/>
                    <a:pt x="168688" y="113157"/>
                  </a:cubicBezTo>
                  <a:cubicBezTo>
                    <a:pt x="181435" y="107569"/>
                    <a:pt x="195056" y="104775"/>
                    <a:pt x="209550" y="104775"/>
                  </a:cubicBezTo>
                  <a:cubicBezTo>
                    <a:pt x="195056" y="104775"/>
                    <a:pt x="181435" y="102068"/>
                    <a:pt x="168688" y="96655"/>
                  </a:cubicBezTo>
                  <a:cubicBezTo>
                    <a:pt x="156281" y="91305"/>
                    <a:pt x="144995" y="83663"/>
                    <a:pt x="135422" y="74128"/>
                  </a:cubicBezTo>
                  <a:cubicBezTo>
                    <a:pt x="125887" y="64555"/>
                    <a:pt x="118245" y="53269"/>
                    <a:pt x="112895" y="40862"/>
                  </a:cubicBezTo>
                  <a:cubicBezTo>
                    <a:pt x="107482" y="28115"/>
                    <a:pt x="104775" y="14494"/>
                    <a:pt x="104775" y="0"/>
                  </a:cubicBezTo>
                  <a:cubicBezTo>
                    <a:pt x="104775" y="14494"/>
                    <a:pt x="101981" y="28115"/>
                    <a:pt x="96393" y="40862"/>
                  </a:cubicBezTo>
                  <a:cubicBezTo>
                    <a:pt x="90980" y="53610"/>
                    <a:pt x="83558" y="64699"/>
                    <a:pt x="74128" y="74128"/>
                  </a:cubicBezTo>
                  <a:cubicBezTo>
                    <a:pt x="64555" y="83663"/>
                    <a:pt x="53269" y="91305"/>
                    <a:pt x="40862" y="96655"/>
                  </a:cubicBezTo>
                  <a:cubicBezTo>
                    <a:pt x="28115" y="102068"/>
                    <a:pt x="14494" y="104775"/>
                    <a:pt x="0" y="104775"/>
                  </a:cubicBezTo>
                  <a:cubicBezTo>
                    <a:pt x="14494" y="104775"/>
                    <a:pt x="28115" y="107569"/>
                    <a:pt x="40862" y="113157"/>
                  </a:cubicBezTo>
                  <a:cubicBezTo>
                    <a:pt x="53610" y="118570"/>
                    <a:pt x="64699" y="125992"/>
                    <a:pt x="74128" y="135422"/>
                  </a:cubicBezTo>
                  <a:cubicBezTo>
                    <a:pt x="83558" y="144851"/>
                    <a:pt x="90980" y="155940"/>
                    <a:pt x="96393" y="168688"/>
                  </a:cubicBezTo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883015" y="3382328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ZhiPu · SiliconFlow · Ollama（本地）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56270" y="3636645"/>
              <a:ext cx="3585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Custom · 维度跟随模型，Matryoshka 裁剪按 sdkType 透传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267700" y="39052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4A443E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54365" y="4058602"/>
              <a:ext cx="5404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ASR </a:t>
              </a:r>
              <a:r>
                <a:rPr lang="zh-CN" sz="1050" b="1" dirty="0">
                  <a:solidFill>
                    <a:srgbClr val="FC7E5B"/>
                  </a:solidFill>
                  <a:latin typeface="Arial"/>
                  <a:ea typeface="Microsoft YaHei"/>
                  <a:cs typeface="Arial"/>
                </a:rPr>
                <a:t>× 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54365" y="4287202"/>
              <a:ext cx="3132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Groq · SiliconFlow（OpenAI 兼容 Whisper）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8267700" y="45720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4A443E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256270" y="4665345"/>
              <a:ext cx="2066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sdkType 驱动 AI SDK 构造器选择：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56270" y="4817745"/>
              <a:ext cx="30526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openai / anthropic / google / openai-compatible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09600" y="5238750"/>
            <a:ext cx="10823591" cy="838200"/>
            <a:chOff x="609600" y="5238750"/>
            <a:chExt cx="10823591" cy="838200"/>
          </a:xfrm>
        </p:grpSpPr>
        <p:pic>
          <p:nvPicPr>
            <p:cNvPr id="83" name="Image 8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5238750"/>
              <a:ext cx="8572500" cy="838200"/>
            </a:xfrm>
            <a:prstGeom prst="roundRect">
              <a:avLst>
                <a:gd name="adj" fmla="val 9090"/>
              </a:avLst>
            </a:prstGeom>
          </p:spPr>
        </p:pic>
        <p:sp>
          <p:nvSpPr>
            <p:cNvPr id="84" name="TextBox 84"/>
            <p:cNvSpPr txBox="1"/>
            <p:nvPr/>
          </p:nvSpPr>
          <p:spPr>
            <a:xfrm>
              <a:off x="9359265" y="5411152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GitHub Stars 页：README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359265" y="56016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131/131</a:t>
              </a:r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 已提取 · Embed </a:t>
              </a:r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12/129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59265" y="579215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每个平台共用同一条管线 UI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88" name="Line 88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29213" y="6589395"/>
              <a:ext cx="364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11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/>
      <p:bldP spid="42" grpId="0"/>
      <p:bldP spid="58" grpId="0"/>
      <p:bldP spid="82" grpId="0"/>
      <p:bldP spid="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8852059" cy="739140"/>
            <a:chOff x="609600" y="584835"/>
            <a:chExt cx="8852059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555476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MV3 四个运行时，一个 PGlite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86806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没有服务器：数据库、向量索引、agent 循环全部跑在浏览器扩展的几个隔离 runtime 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1428750"/>
            <a:ext cx="9486900" cy="952500"/>
            <a:chOff x="609600" y="1428750"/>
            <a:chExt cx="9486900" cy="952500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381000" cy="952500"/>
            </a:xfrm>
            <a:prstGeom prst="roundRect">
              <a:avLst>
                <a:gd name="adj" fmla="val 20000"/>
              </a:avLst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 rot="-5400000">
              <a:off x="711664" y="1855470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UI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66800" y="1428750"/>
              <a:ext cx="9029700" cy="952500"/>
            </a:xfrm>
            <a:prstGeom prst="roundRect">
              <a:avLst>
                <a:gd name="adj" fmla="val 12000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7770" y="1522095"/>
              <a:ext cx="12857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界面层 · 四个入口点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219200" y="17145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20165" y="1810702"/>
              <a:ext cx="7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app.html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2070" y="2017395"/>
              <a:ext cx="17382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React 19 + MUI v7，三大板块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67100" y="17145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68065" y="1810702"/>
              <a:ext cx="11055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welcome.html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69970" y="20173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首装引导，平台多选驱动落地路由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0" y="17145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15965" y="1810702"/>
              <a:ext cx="1186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Content Script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17870" y="20173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B站视频页面板：字幕 / AI 总结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962900" y="17145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3865" y="18107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popup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65770" y="2017395"/>
              <a:ext cx="17053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跳板：打开 / 聚焦 app.html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74159" y="2495550"/>
            <a:ext cx="9622341" cy="952500"/>
            <a:chOff x="474159" y="2495550"/>
            <a:chExt cx="9622341" cy="952500"/>
          </a:xfrm>
        </p:grpSpPr>
        <p:sp>
          <p:nvSpPr>
            <p:cNvPr id="24" name="Rectangle 24"/>
            <p:cNvSpPr/>
            <p:nvPr/>
          </p:nvSpPr>
          <p:spPr>
            <a:xfrm>
              <a:off x="609600" y="2495550"/>
              <a:ext cx="381000" cy="952500"/>
            </a:xfrm>
            <a:prstGeom prst="roundRect">
              <a:avLst>
                <a:gd name="adj" fmla="val 20000"/>
              </a:avLst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 rot="-5400000">
              <a:off x="474159" y="2922270"/>
              <a:ext cx="6385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RUNTIME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66800" y="2495550"/>
              <a:ext cx="9029700" cy="952500"/>
            </a:xfrm>
            <a:prstGeom prst="roundRect">
              <a:avLst>
                <a:gd name="adj" fmla="val 12000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07770" y="2588895"/>
              <a:ext cx="3901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运行时层 · 跨 runtime 消息各自有协议 Module，没有全知协议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219200" y="27813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20165" y="2877502"/>
              <a:ext cx="11699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Background SW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2070" y="3084195"/>
              <a:ext cx="21128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typed 分发；LLM 调用在此绕 CORS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467100" y="27813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568065" y="2877502"/>
              <a:ext cx="1644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Offscreen Document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69970" y="3084195"/>
              <a:ext cx="2001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PGlite 唯一持有者 + FFmpeg 分块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0" y="27813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15965" y="2877502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Port RPC 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17870" y="3084195"/>
              <a:ext cx="20865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app → SW → Offscreen 数据库代理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962900" y="27813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63865" y="2877502"/>
              <a:ext cx="1355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Main World inject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65770" y="30841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B站页面状态机 + SPA 路由监控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02338" y="3562350"/>
            <a:ext cx="9594162" cy="952500"/>
            <a:chOff x="502338" y="3562350"/>
            <a:chExt cx="9594162" cy="952500"/>
          </a:xfrm>
        </p:grpSpPr>
        <p:sp>
          <p:nvSpPr>
            <p:cNvPr id="41" name="Rectangle 41"/>
            <p:cNvSpPr/>
            <p:nvPr/>
          </p:nvSpPr>
          <p:spPr>
            <a:xfrm>
              <a:off x="609600" y="3562350"/>
              <a:ext cx="381000" cy="952500"/>
            </a:xfrm>
            <a:prstGeom prst="roundRect">
              <a:avLst>
                <a:gd name="adj" fmla="val 20000"/>
              </a:avLst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 rot="-5400000">
              <a:off x="502338" y="3989070"/>
              <a:ext cx="582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DOMAIN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66800" y="3562350"/>
              <a:ext cx="9029700" cy="952500"/>
            </a:xfrm>
            <a:prstGeom prst="roundRect">
              <a:avLst>
                <a:gd name="adj" fmla="val 12000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207770" y="3655695"/>
              <a:ext cx="34939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领域层 lib/ · 平台无关深模块，依赖可注入、免网络可测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219200" y="38481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9050">
              <a:solidFill>
                <a:srgbClr val="FC7E5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20165" y="3944302"/>
              <a:ext cx="6546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lib/chat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22070" y="4150995"/>
              <a:ext cx="22245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agent · tools · retrieval · history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467100" y="38481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568065" y="3944302"/>
              <a:ext cx="10813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AI 领域模块 ×3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69970" y="4150995"/>
              <a:ext cx="2001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embedding · tagging · summary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0" y="38481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15965" y="3944302"/>
              <a:ext cx="791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lib/ingest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17870" y="41509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insert-only 事务骨架，五平台共用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962900" y="38481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063865" y="3944302"/>
              <a:ext cx="1347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6 个平台域 + sync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65770" y="4150995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六平台域 + lib/sync（WebDAV）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2975" y="4629150"/>
            <a:ext cx="9493525" cy="952500"/>
            <a:chOff x="602975" y="4629150"/>
            <a:chExt cx="9493525" cy="952500"/>
          </a:xfrm>
        </p:grpSpPr>
        <p:sp>
          <p:nvSpPr>
            <p:cNvPr id="58" name="Rectangle 58"/>
            <p:cNvSpPr/>
            <p:nvPr/>
          </p:nvSpPr>
          <p:spPr>
            <a:xfrm>
              <a:off x="609600" y="4629150"/>
              <a:ext cx="381000" cy="952500"/>
            </a:xfrm>
            <a:prstGeom prst="roundRect">
              <a:avLst>
                <a:gd name="adj" fmla="val 20000"/>
              </a:avLst>
            </a:prstGeom>
            <a:solidFill>
              <a:srgbClr val="8E33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 rot="-5400000">
              <a:off x="602975" y="5055870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DATA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66800" y="4629150"/>
              <a:ext cx="9029700" cy="952500"/>
            </a:xfrm>
            <a:prstGeom prst="roundRect">
              <a:avLst>
                <a:gd name="adj" fmla="val 12000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207770" y="4722495"/>
              <a:ext cx="32731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数据层 · 一个数据库持有者，其余 runtime 只拿代理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219200" y="49149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320165" y="5011102"/>
              <a:ext cx="791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PGlite 0.5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322070" y="5217795"/>
              <a:ext cx="21654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WASM Postgres，IndexedDB 持久化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467100" y="49149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568065" y="5011102"/>
              <a:ext cx="15724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pgvector + pg_trgm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569970" y="52177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HNSW cosine + GIN trigram 索引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715000" y="49149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15965" y="5011102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Drizzle ORM + 迁移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817870" y="52177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自定义迁移 v001–v005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962900" y="4914900"/>
              <a:ext cx="20955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063865" y="50111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领域事件总线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65770" y="521779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DB 变更 → UI 实时刷新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262759" y="1428750"/>
            <a:ext cx="1343882" cy="4152900"/>
            <a:chOff x="10262759" y="1428750"/>
            <a:chExt cx="1343882" cy="4152900"/>
          </a:xfrm>
        </p:grpSpPr>
        <p:sp>
          <p:nvSpPr>
            <p:cNvPr id="75" name="Rectangle 75"/>
            <p:cNvSpPr/>
            <p:nvPr/>
          </p:nvSpPr>
          <p:spPr>
            <a:xfrm>
              <a:off x="10287000" y="1428750"/>
              <a:ext cx="1295400" cy="4152900"/>
            </a:xfrm>
            <a:prstGeom prst="roundRect">
              <a:avLst>
                <a:gd name="adj" fmla="val 8824"/>
              </a:avLst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76" name="Line 76"/>
            <p:cNvSpPr/>
            <p:nvPr/>
          </p:nvSpPr>
          <p:spPr>
            <a:xfrm>
              <a:off x="10934700" y="1752600"/>
              <a:ext cx="1" cy="1104900"/>
            </a:xfrm>
            <a:prstGeom prst="line">
              <a:avLst/>
            </a:prstGeom>
            <a:noFill/>
            <a:ln w="28575">
              <a:solidFill>
                <a:srgbClr val="FC7E5B"/>
              </a:solidFill>
              <a:tailEnd type="triangle" w="lg" len="lg"/>
            </a:ln>
          </p:spPr>
        </p:sp>
        <p:sp>
          <p:nvSpPr>
            <p:cNvPr id="77" name="Line 77"/>
            <p:cNvSpPr/>
            <p:nvPr/>
          </p:nvSpPr>
          <p:spPr>
            <a:xfrm>
              <a:off x="10934700" y="3048000"/>
              <a:ext cx="1" cy="1104900"/>
            </a:xfrm>
            <a:prstGeom prst="line">
              <a:avLst/>
            </a:prstGeom>
            <a:noFill/>
            <a:ln w="28575">
              <a:solidFill>
                <a:srgbClr val="FC7E5B"/>
              </a:solidFill>
              <a:tailEnd type="triangle" w="lg" len="lg"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591371" y="1560195"/>
              <a:ext cx="6866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typed 消息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670238" y="2903220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decoder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99325" y="4363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边界规则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519077" y="460819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先过 decoder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387632" y="47986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只用 typed client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364629" y="4989195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新消息 = schema +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262759" y="5179695"/>
              <a:ext cx="1343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路由 + contract test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09559" y="5823367"/>
            <a:ext cx="10310901" cy="296445"/>
            <a:chOff x="609559" y="5823367"/>
            <a:chExt cx="10310901" cy="296445"/>
          </a:xfrm>
        </p:grpSpPr>
        <p:sp>
          <p:nvSpPr>
            <p:cNvPr id="86" name="Freeform 86"/>
            <p:cNvSpPr/>
            <p:nvPr/>
          </p:nvSpPr>
          <p:spPr>
            <a:xfrm>
              <a:off x="609559" y="5829289"/>
              <a:ext cx="266741" cy="266711"/>
            </a:xfrm>
            <a:custGeom>
              <a:avLst/>
              <a:gdLst/>
              <a:ahLst/>
              <a:cxnLst/>
              <a:rect l="l" t="t" r="r" b="b"/>
              <a:pathLst>
                <a:path w="266741" h="266711">
                  <a:moveTo>
                    <a:pt x="133391" y="11"/>
                  </a:moveTo>
                  <a:cubicBezTo>
                    <a:pt x="91274" y="11"/>
                    <a:pt x="53725" y="19535"/>
                    <a:pt x="29289" y="50028"/>
                  </a:cubicBezTo>
                  <a:lnTo>
                    <a:pt x="73216" y="126126"/>
                  </a:lnTo>
                  <a:cubicBezTo>
                    <a:pt x="76873" y="95667"/>
                    <a:pt x="102712" y="72743"/>
                    <a:pt x="133391" y="72742"/>
                  </a:cubicBezTo>
                  <a:lnTo>
                    <a:pt x="252194" y="72742"/>
                  </a:lnTo>
                  <a:cubicBezTo>
                    <a:pt x="229409" y="28097"/>
                    <a:pt x="183514" y="0"/>
                    <a:pt x="133391" y="11"/>
                  </a:cubicBezTo>
                  <a:close/>
                  <a:moveTo>
                    <a:pt x="21499" y="60796"/>
                  </a:moveTo>
                  <a:cubicBezTo>
                    <a:pt x="7456" y="82389"/>
                    <a:pt x="0" y="107603"/>
                    <a:pt x="41" y="133361"/>
                  </a:cubicBezTo>
                  <a:cubicBezTo>
                    <a:pt x="41" y="200169"/>
                    <a:pt x="49158" y="255498"/>
                    <a:pt x="113266" y="265199"/>
                  </a:cubicBezTo>
                  <a:lnTo>
                    <a:pt x="157194" y="189112"/>
                  </a:lnTo>
                  <a:cubicBezTo>
                    <a:pt x="128989" y="201173"/>
                    <a:pt x="96221" y="190242"/>
                    <a:pt x="80906" y="163664"/>
                  </a:cubicBezTo>
                  <a:close/>
                  <a:moveTo>
                    <a:pt x="169762" y="84866"/>
                  </a:moveTo>
                  <a:cubicBezTo>
                    <a:pt x="194328" y="103247"/>
                    <a:pt x="201252" y="137103"/>
                    <a:pt x="185875" y="163653"/>
                  </a:cubicBezTo>
                  <a:lnTo>
                    <a:pt x="185897" y="163664"/>
                  </a:lnTo>
                  <a:lnTo>
                    <a:pt x="185875" y="163664"/>
                  </a:lnTo>
                  <a:lnTo>
                    <a:pt x="126490" y="266533"/>
                  </a:lnTo>
                  <a:cubicBezTo>
                    <a:pt x="128779" y="266644"/>
                    <a:pt x="131079" y="266711"/>
                    <a:pt x="133391" y="266711"/>
                  </a:cubicBezTo>
                  <a:cubicBezTo>
                    <a:pt x="207033" y="266711"/>
                    <a:pt x="266741" y="207003"/>
                    <a:pt x="266741" y="133361"/>
                  </a:cubicBezTo>
                  <a:cubicBezTo>
                    <a:pt x="266741" y="116247"/>
                    <a:pt x="263518" y="99901"/>
                    <a:pt x="257651" y="84866"/>
                  </a:cubicBezTo>
                  <a:close/>
                  <a:moveTo>
                    <a:pt x="133391" y="181856"/>
                  </a:moveTo>
                  <a:cubicBezTo>
                    <a:pt x="106608" y="181856"/>
                    <a:pt x="84896" y="160144"/>
                    <a:pt x="84896" y="133361"/>
                  </a:cubicBezTo>
                  <a:cubicBezTo>
                    <a:pt x="84896" y="106578"/>
                    <a:pt x="106608" y="84866"/>
                    <a:pt x="133391" y="84866"/>
                  </a:cubicBezTo>
                  <a:cubicBezTo>
                    <a:pt x="160174" y="84866"/>
                    <a:pt x="181886" y="106578"/>
                    <a:pt x="181886" y="133361"/>
                  </a:cubicBezTo>
                  <a:cubicBezTo>
                    <a:pt x="181886" y="160144"/>
                    <a:pt x="160174" y="181856"/>
                    <a:pt x="133391" y="181856"/>
                  </a:cubicBez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39165" y="5906452"/>
              <a:ext cx="1353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Chrome MV3 / WXT</a:t>
              </a:r>
            </a:p>
          </p:txBody>
        </p:sp>
        <p:sp>
          <p:nvSpPr>
            <p:cNvPr id="88" name="Freeform 88"/>
            <p:cNvSpPr/>
            <p:nvPr/>
          </p:nvSpPr>
          <p:spPr>
            <a:xfrm>
              <a:off x="2400300" y="5843902"/>
              <a:ext cx="266700" cy="237530"/>
            </a:xfrm>
            <a:custGeom>
              <a:avLst/>
              <a:gdLst/>
              <a:ahLst/>
              <a:cxnLst/>
              <a:rect l="l" t="t" r="r" b="b"/>
              <a:pathLst>
                <a:path w="266700" h="237530">
                  <a:moveTo>
                    <a:pt x="158131" y="118793"/>
                  </a:moveTo>
                  <a:cubicBezTo>
                    <a:pt x="158131" y="132511"/>
                    <a:pt x="147013" y="143634"/>
                    <a:pt x="133294" y="143640"/>
                  </a:cubicBezTo>
                  <a:cubicBezTo>
                    <a:pt x="126704" y="143640"/>
                    <a:pt x="120384" y="141022"/>
                    <a:pt x="115725" y="136362"/>
                  </a:cubicBezTo>
                  <a:cubicBezTo>
                    <a:pt x="111065" y="131703"/>
                    <a:pt x="108447" y="125383"/>
                    <a:pt x="108447" y="118793"/>
                  </a:cubicBezTo>
                  <a:cubicBezTo>
                    <a:pt x="108447" y="105074"/>
                    <a:pt x="119565" y="93951"/>
                    <a:pt x="133283" y="93945"/>
                  </a:cubicBezTo>
                  <a:cubicBezTo>
                    <a:pt x="139873" y="93945"/>
                    <a:pt x="146193" y="96563"/>
                    <a:pt x="150853" y="101223"/>
                  </a:cubicBezTo>
                  <a:cubicBezTo>
                    <a:pt x="155513" y="105883"/>
                    <a:pt x="158131" y="112203"/>
                    <a:pt x="158131" y="118793"/>
                  </a:cubicBezTo>
                  <a:close/>
                  <a:moveTo>
                    <a:pt x="187557" y="0"/>
                  </a:moveTo>
                  <a:cubicBezTo>
                    <a:pt x="172599" y="0"/>
                    <a:pt x="153030" y="10668"/>
                    <a:pt x="133239" y="29137"/>
                  </a:cubicBezTo>
                  <a:cubicBezTo>
                    <a:pt x="113459" y="10768"/>
                    <a:pt x="93878" y="222"/>
                    <a:pt x="78932" y="222"/>
                  </a:cubicBezTo>
                  <a:cubicBezTo>
                    <a:pt x="74376" y="222"/>
                    <a:pt x="70231" y="1256"/>
                    <a:pt x="66642" y="3312"/>
                  </a:cubicBezTo>
                  <a:cubicBezTo>
                    <a:pt x="51362" y="12124"/>
                    <a:pt x="47939" y="39583"/>
                    <a:pt x="55829" y="74043"/>
                  </a:cubicBezTo>
                  <a:cubicBezTo>
                    <a:pt x="22003" y="84488"/>
                    <a:pt x="0" y="101190"/>
                    <a:pt x="0" y="118793"/>
                  </a:cubicBezTo>
                  <a:cubicBezTo>
                    <a:pt x="0" y="136461"/>
                    <a:pt x="22114" y="153208"/>
                    <a:pt x="56040" y="163576"/>
                  </a:cubicBezTo>
                  <a:cubicBezTo>
                    <a:pt x="48217" y="198169"/>
                    <a:pt x="51706" y="225673"/>
                    <a:pt x="67019" y="234474"/>
                  </a:cubicBezTo>
                  <a:cubicBezTo>
                    <a:pt x="70575" y="236552"/>
                    <a:pt x="74687" y="237530"/>
                    <a:pt x="79265" y="237530"/>
                  </a:cubicBezTo>
                  <a:cubicBezTo>
                    <a:pt x="94212" y="237530"/>
                    <a:pt x="113792" y="226862"/>
                    <a:pt x="133583" y="208370"/>
                  </a:cubicBezTo>
                  <a:cubicBezTo>
                    <a:pt x="153364" y="226751"/>
                    <a:pt x="172944" y="237296"/>
                    <a:pt x="187890" y="237296"/>
                  </a:cubicBezTo>
                  <a:cubicBezTo>
                    <a:pt x="192446" y="237296"/>
                    <a:pt x="196591" y="236296"/>
                    <a:pt x="200181" y="234240"/>
                  </a:cubicBezTo>
                  <a:cubicBezTo>
                    <a:pt x="215449" y="225439"/>
                    <a:pt x="218883" y="197980"/>
                    <a:pt x="210993" y="163509"/>
                  </a:cubicBezTo>
                  <a:cubicBezTo>
                    <a:pt x="244697" y="153152"/>
                    <a:pt x="266700" y="136417"/>
                    <a:pt x="266700" y="118793"/>
                  </a:cubicBezTo>
                  <a:cubicBezTo>
                    <a:pt x="266700" y="101124"/>
                    <a:pt x="244586" y="84377"/>
                    <a:pt x="210660" y="73987"/>
                  </a:cubicBezTo>
                  <a:cubicBezTo>
                    <a:pt x="218483" y="39427"/>
                    <a:pt x="214994" y="11901"/>
                    <a:pt x="199681" y="3089"/>
                  </a:cubicBezTo>
                  <a:cubicBezTo>
                    <a:pt x="196147" y="1045"/>
                    <a:pt x="192035" y="11"/>
                    <a:pt x="187546" y="0"/>
                  </a:cubicBezTo>
                  <a:close/>
                  <a:moveTo>
                    <a:pt x="187501" y="12113"/>
                  </a:moveTo>
                  <a:lnTo>
                    <a:pt x="187501" y="12179"/>
                  </a:lnTo>
                  <a:cubicBezTo>
                    <a:pt x="190002" y="12179"/>
                    <a:pt x="192013" y="12668"/>
                    <a:pt x="193702" y="13591"/>
                  </a:cubicBezTo>
                  <a:cubicBezTo>
                    <a:pt x="201103" y="17836"/>
                    <a:pt x="204314" y="33982"/>
                    <a:pt x="201814" y="54751"/>
                  </a:cubicBezTo>
                  <a:cubicBezTo>
                    <a:pt x="201214" y="59863"/>
                    <a:pt x="200236" y="65253"/>
                    <a:pt x="199036" y="70753"/>
                  </a:cubicBezTo>
                  <a:cubicBezTo>
                    <a:pt x="188368" y="68131"/>
                    <a:pt x="176744" y="66119"/>
                    <a:pt x="164509" y="64819"/>
                  </a:cubicBezTo>
                  <a:cubicBezTo>
                    <a:pt x="157175" y="54762"/>
                    <a:pt x="149563" y="45628"/>
                    <a:pt x="141896" y="37627"/>
                  </a:cubicBezTo>
                  <a:cubicBezTo>
                    <a:pt x="159587" y="21180"/>
                    <a:pt x="176200" y="12157"/>
                    <a:pt x="187512" y="12124"/>
                  </a:cubicBezTo>
                  <a:close/>
                  <a:moveTo>
                    <a:pt x="78932" y="12335"/>
                  </a:moveTo>
                  <a:cubicBezTo>
                    <a:pt x="90178" y="12335"/>
                    <a:pt x="106869" y="21314"/>
                    <a:pt x="124604" y="37671"/>
                  </a:cubicBezTo>
                  <a:cubicBezTo>
                    <a:pt x="116981" y="45672"/>
                    <a:pt x="109380" y="54751"/>
                    <a:pt x="102157" y="64808"/>
                  </a:cubicBezTo>
                  <a:cubicBezTo>
                    <a:pt x="89856" y="66108"/>
                    <a:pt x="78221" y="68120"/>
                    <a:pt x="67564" y="70787"/>
                  </a:cubicBezTo>
                  <a:cubicBezTo>
                    <a:pt x="66319" y="65342"/>
                    <a:pt x="65397" y="60074"/>
                    <a:pt x="64741" y="55007"/>
                  </a:cubicBezTo>
                  <a:cubicBezTo>
                    <a:pt x="62186" y="34249"/>
                    <a:pt x="65342" y="18113"/>
                    <a:pt x="72676" y="13813"/>
                  </a:cubicBezTo>
                  <a:cubicBezTo>
                    <a:pt x="74787" y="12813"/>
                    <a:pt x="77121" y="12402"/>
                    <a:pt x="78932" y="12346"/>
                  </a:cubicBezTo>
                  <a:close/>
                  <a:moveTo>
                    <a:pt x="133183" y="46228"/>
                  </a:moveTo>
                  <a:cubicBezTo>
                    <a:pt x="138239" y="51429"/>
                    <a:pt x="143296" y="57252"/>
                    <a:pt x="148296" y="63608"/>
                  </a:cubicBezTo>
                  <a:cubicBezTo>
                    <a:pt x="143407" y="63386"/>
                    <a:pt x="138406" y="63230"/>
                    <a:pt x="133350" y="63230"/>
                  </a:cubicBezTo>
                  <a:cubicBezTo>
                    <a:pt x="128238" y="63230"/>
                    <a:pt x="123182" y="63341"/>
                    <a:pt x="118237" y="63608"/>
                  </a:cubicBezTo>
                  <a:cubicBezTo>
                    <a:pt x="123127" y="57252"/>
                    <a:pt x="128183" y="51429"/>
                    <a:pt x="133183" y="46217"/>
                  </a:cubicBezTo>
                  <a:close/>
                  <a:moveTo>
                    <a:pt x="133350" y="75409"/>
                  </a:moveTo>
                  <a:cubicBezTo>
                    <a:pt x="141573" y="75409"/>
                    <a:pt x="149763" y="75787"/>
                    <a:pt x="157820" y="76443"/>
                  </a:cubicBezTo>
                  <a:cubicBezTo>
                    <a:pt x="162331" y="82910"/>
                    <a:pt x="166732" y="89811"/>
                    <a:pt x="170966" y="97112"/>
                  </a:cubicBezTo>
                  <a:cubicBezTo>
                    <a:pt x="175100" y="104224"/>
                    <a:pt x="178856" y="111447"/>
                    <a:pt x="182278" y="118737"/>
                  </a:cubicBezTo>
                  <a:cubicBezTo>
                    <a:pt x="178856" y="126016"/>
                    <a:pt x="175100" y="133294"/>
                    <a:pt x="171021" y="140406"/>
                  </a:cubicBezTo>
                  <a:cubicBezTo>
                    <a:pt x="166799" y="147741"/>
                    <a:pt x="162431" y="154719"/>
                    <a:pt x="157909" y="161187"/>
                  </a:cubicBezTo>
                  <a:cubicBezTo>
                    <a:pt x="149819" y="161887"/>
                    <a:pt x="141618" y="162276"/>
                    <a:pt x="133350" y="162276"/>
                  </a:cubicBezTo>
                  <a:cubicBezTo>
                    <a:pt x="125127" y="162276"/>
                    <a:pt x="116937" y="161887"/>
                    <a:pt x="108880" y="161242"/>
                  </a:cubicBezTo>
                  <a:cubicBezTo>
                    <a:pt x="104369" y="154775"/>
                    <a:pt x="99968" y="147863"/>
                    <a:pt x="95734" y="140573"/>
                  </a:cubicBezTo>
                  <a:cubicBezTo>
                    <a:pt x="91600" y="133461"/>
                    <a:pt x="87844" y="126238"/>
                    <a:pt x="84422" y="118948"/>
                  </a:cubicBezTo>
                  <a:cubicBezTo>
                    <a:pt x="87789" y="111647"/>
                    <a:pt x="91600" y="104357"/>
                    <a:pt x="95679" y="97234"/>
                  </a:cubicBezTo>
                  <a:cubicBezTo>
                    <a:pt x="99901" y="89900"/>
                    <a:pt x="104269" y="82944"/>
                    <a:pt x="108791" y="76476"/>
                  </a:cubicBezTo>
                  <a:cubicBezTo>
                    <a:pt x="116881" y="75765"/>
                    <a:pt x="125082" y="75387"/>
                    <a:pt x="133350" y="75387"/>
                  </a:cubicBezTo>
                  <a:close/>
                  <a:moveTo>
                    <a:pt x="92956" y="78232"/>
                  </a:moveTo>
                  <a:cubicBezTo>
                    <a:pt x="90289" y="82421"/>
                    <a:pt x="87622" y="86711"/>
                    <a:pt x="85133" y="91122"/>
                  </a:cubicBezTo>
                  <a:cubicBezTo>
                    <a:pt x="82633" y="95456"/>
                    <a:pt x="80299" y="99812"/>
                    <a:pt x="78076" y="104169"/>
                  </a:cubicBezTo>
                  <a:cubicBezTo>
                    <a:pt x="75132" y="96879"/>
                    <a:pt x="72631" y="89611"/>
                    <a:pt x="70564" y="82533"/>
                  </a:cubicBezTo>
                  <a:cubicBezTo>
                    <a:pt x="77676" y="80866"/>
                    <a:pt x="85177" y="79388"/>
                    <a:pt x="92956" y="78243"/>
                  </a:cubicBezTo>
                  <a:close/>
                  <a:moveTo>
                    <a:pt x="173633" y="78232"/>
                  </a:moveTo>
                  <a:cubicBezTo>
                    <a:pt x="181356" y="79377"/>
                    <a:pt x="188801" y="80788"/>
                    <a:pt x="195924" y="82533"/>
                  </a:cubicBezTo>
                  <a:cubicBezTo>
                    <a:pt x="193924" y="89556"/>
                    <a:pt x="191424" y="96779"/>
                    <a:pt x="188590" y="104013"/>
                  </a:cubicBezTo>
                  <a:cubicBezTo>
                    <a:pt x="186368" y="99679"/>
                    <a:pt x="184034" y="95312"/>
                    <a:pt x="181478" y="90967"/>
                  </a:cubicBezTo>
                  <a:cubicBezTo>
                    <a:pt x="178978" y="86611"/>
                    <a:pt x="176311" y="82366"/>
                    <a:pt x="173644" y="78232"/>
                  </a:cubicBezTo>
                  <a:close/>
                  <a:moveTo>
                    <a:pt x="207670" y="85733"/>
                  </a:moveTo>
                  <a:cubicBezTo>
                    <a:pt x="213049" y="87400"/>
                    <a:pt x="218161" y="89256"/>
                    <a:pt x="222950" y="91267"/>
                  </a:cubicBezTo>
                  <a:cubicBezTo>
                    <a:pt x="242197" y="99490"/>
                    <a:pt x="254643" y="110247"/>
                    <a:pt x="254643" y="118782"/>
                  </a:cubicBezTo>
                  <a:cubicBezTo>
                    <a:pt x="254587" y="127316"/>
                    <a:pt x="242141" y="138117"/>
                    <a:pt x="222895" y="146285"/>
                  </a:cubicBezTo>
                  <a:cubicBezTo>
                    <a:pt x="218227" y="148285"/>
                    <a:pt x="213116" y="150085"/>
                    <a:pt x="207837" y="151763"/>
                  </a:cubicBezTo>
                  <a:cubicBezTo>
                    <a:pt x="204726" y="141118"/>
                    <a:pt x="200658" y="130027"/>
                    <a:pt x="195613" y="118648"/>
                  </a:cubicBezTo>
                  <a:cubicBezTo>
                    <a:pt x="200614" y="107347"/>
                    <a:pt x="204614" y="96312"/>
                    <a:pt x="207670" y="85711"/>
                  </a:cubicBezTo>
                  <a:close/>
                  <a:moveTo>
                    <a:pt x="58818" y="85777"/>
                  </a:moveTo>
                  <a:cubicBezTo>
                    <a:pt x="61908" y="96445"/>
                    <a:pt x="65986" y="107525"/>
                    <a:pt x="71042" y="118893"/>
                  </a:cubicBezTo>
                  <a:cubicBezTo>
                    <a:pt x="66042" y="130194"/>
                    <a:pt x="62019" y="141229"/>
                    <a:pt x="58974" y="151830"/>
                  </a:cubicBezTo>
                  <a:cubicBezTo>
                    <a:pt x="53596" y="150163"/>
                    <a:pt x="48484" y="148296"/>
                    <a:pt x="43750" y="146274"/>
                  </a:cubicBezTo>
                  <a:cubicBezTo>
                    <a:pt x="24503" y="138084"/>
                    <a:pt x="12057" y="127316"/>
                    <a:pt x="12057" y="118782"/>
                  </a:cubicBezTo>
                  <a:cubicBezTo>
                    <a:pt x="12057" y="110247"/>
                    <a:pt x="24503" y="99424"/>
                    <a:pt x="43750" y="91267"/>
                  </a:cubicBezTo>
                  <a:cubicBezTo>
                    <a:pt x="48417" y="89267"/>
                    <a:pt x="53529" y="87466"/>
                    <a:pt x="58818" y="85777"/>
                  </a:cubicBezTo>
                  <a:close/>
                  <a:moveTo>
                    <a:pt x="188590" y="133339"/>
                  </a:moveTo>
                  <a:cubicBezTo>
                    <a:pt x="191535" y="140640"/>
                    <a:pt x="194035" y="147918"/>
                    <a:pt x="196102" y="154986"/>
                  </a:cubicBezTo>
                  <a:cubicBezTo>
                    <a:pt x="188990" y="156731"/>
                    <a:pt x="181478" y="158209"/>
                    <a:pt x="173699" y="159320"/>
                  </a:cubicBezTo>
                  <a:cubicBezTo>
                    <a:pt x="176366" y="155153"/>
                    <a:pt x="179033" y="150852"/>
                    <a:pt x="181534" y="146452"/>
                  </a:cubicBezTo>
                  <a:cubicBezTo>
                    <a:pt x="184034" y="142118"/>
                    <a:pt x="186368" y="137695"/>
                    <a:pt x="188601" y="133339"/>
                  </a:cubicBezTo>
                  <a:close/>
                  <a:moveTo>
                    <a:pt x="78076" y="133561"/>
                  </a:moveTo>
                  <a:cubicBezTo>
                    <a:pt x="80299" y="137917"/>
                    <a:pt x="82633" y="142262"/>
                    <a:pt x="85188" y="146618"/>
                  </a:cubicBezTo>
                  <a:cubicBezTo>
                    <a:pt x="87744" y="150952"/>
                    <a:pt x="90356" y="155197"/>
                    <a:pt x="93023" y="159320"/>
                  </a:cubicBezTo>
                  <a:cubicBezTo>
                    <a:pt x="85300" y="158186"/>
                    <a:pt x="77854" y="156764"/>
                    <a:pt x="70731" y="155030"/>
                  </a:cubicBezTo>
                  <a:cubicBezTo>
                    <a:pt x="72731" y="148030"/>
                    <a:pt x="75243" y="140784"/>
                    <a:pt x="78065" y="133550"/>
                  </a:cubicBezTo>
                  <a:close/>
                  <a:moveTo>
                    <a:pt x="199136" y="166754"/>
                  </a:moveTo>
                  <a:cubicBezTo>
                    <a:pt x="200381" y="172233"/>
                    <a:pt x="201358" y="177511"/>
                    <a:pt x="201959" y="182567"/>
                  </a:cubicBezTo>
                  <a:cubicBezTo>
                    <a:pt x="204514" y="203325"/>
                    <a:pt x="201358" y="219461"/>
                    <a:pt x="194024" y="223772"/>
                  </a:cubicBezTo>
                  <a:cubicBezTo>
                    <a:pt x="192391" y="224773"/>
                    <a:pt x="190268" y="225195"/>
                    <a:pt x="187768" y="225195"/>
                  </a:cubicBezTo>
                  <a:cubicBezTo>
                    <a:pt x="176522" y="225195"/>
                    <a:pt x="159831" y="216227"/>
                    <a:pt x="142096" y="199858"/>
                  </a:cubicBezTo>
                  <a:cubicBezTo>
                    <a:pt x="149719" y="191857"/>
                    <a:pt x="157320" y="182790"/>
                    <a:pt x="164543" y="172744"/>
                  </a:cubicBezTo>
                  <a:cubicBezTo>
                    <a:pt x="176844" y="171433"/>
                    <a:pt x="188479" y="169410"/>
                    <a:pt x="199136" y="166743"/>
                  </a:cubicBezTo>
                  <a:close/>
                  <a:moveTo>
                    <a:pt x="67675" y="166865"/>
                  </a:moveTo>
                  <a:cubicBezTo>
                    <a:pt x="78343" y="169466"/>
                    <a:pt x="89967" y="171477"/>
                    <a:pt x="102202" y="172777"/>
                  </a:cubicBezTo>
                  <a:cubicBezTo>
                    <a:pt x="109536" y="182834"/>
                    <a:pt x="117148" y="191968"/>
                    <a:pt x="124816" y="199958"/>
                  </a:cubicBezTo>
                  <a:cubicBezTo>
                    <a:pt x="107091" y="216438"/>
                    <a:pt x="90456" y="225462"/>
                    <a:pt x="79143" y="225462"/>
                  </a:cubicBezTo>
                  <a:cubicBezTo>
                    <a:pt x="76698" y="225406"/>
                    <a:pt x="74632" y="224906"/>
                    <a:pt x="72998" y="223995"/>
                  </a:cubicBezTo>
                  <a:cubicBezTo>
                    <a:pt x="65597" y="219772"/>
                    <a:pt x="62386" y="203614"/>
                    <a:pt x="64886" y="182845"/>
                  </a:cubicBezTo>
                  <a:cubicBezTo>
                    <a:pt x="65486" y="177733"/>
                    <a:pt x="66464" y="172355"/>
                    <a:pt x="67664" y="166865"/>
                  </a:cubicBezTo>
                  <a:close/>
                  <a:moveTo>
                    <a:pt x="118348" y="173977"/>
                  </a:moveTo>
                  <a:cubicBezTo>
                    <a:pt x="123238" y="174200"/>
                    <a:pt x="128238" y="174355"/>
                    <a:pt x="133294" y="174355"/>
                  </a:cubicBezTo>
                  <a:cubicBezTo>
                    <a:pt x="138406" y="174355"/>
                    <a:pt x="143462" y="174244"/>
                    <a:pt x="148407" y="173977"/>
                  </a:cubicBezTo>
                  <a:cubicBezTo>
                    <a:pt x="143518" y="180334"/>
                    <a:pt x="138462" y="186145"/>
                    <a:pt x="133461" y="191368"/>
                  </a:cubicBezTo>
                  <a:cubicBezTo>
                    <a:pt x="128405" y="186145"/>
                    <a:pt x="123349" y="180334"/>
                    <a:pt x="118348" y="173977"/>
                  </a:cubicBez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729865" y="5906452"/>
              <a:ext cx="6247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React 19</a:t>
              </a:r>
            </a:p>
          </p:txBody>
        </p:sp>
        <p:sp>
          <p:nvSpPr>
            <p:cNvPr id="90" name="Freeform 90"/>
            <p:cNvSpPr/>
            <p:nvPr/>
          </p:nvSpPr>
          <p:spPr>
            <a:xfrm>
              <a:off x="3619500" y="58293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2502" y="0"/>
                  </a:moveTo>
                  <a:cubicBezTo>
                    <a:pt x="5578" y="0"/>
                    <a:pt x="0" y="5578"/>
                    <a:pt x="0" y="12502"/>
                  </a:cubicBezTo>
                  <a:lnTo>
                    <a:pt x="0" y="254198"/>
                  </a:lnTo>
                  <a:cubicBezTo>
                    <a:pt x="0" y="261122"/>
                    <a:pt x="5578" y="266700"/>
                    <a:pt x="12502" y="266700"/>
                  </a:cubicBezTo>
                  <a:lnTo>
                    <a:pt x="254198" y="266700"/>
                  </a:lnTo>
                  <a:cubicBezTo>
                    <a:pt x="261122" y="266700"/>
                    <a:pt x="266700" y="261122"/>
                    <a:pt x="266700" y="254198"/>
                  </a:cubicBezTo>
                  <a:lnTo>
                    <a:pt x="266700" y="12502"/>
                  </a:lnTo>
                  <a:cubicBezTo>
                    <a:pt x="266700" y="5578"/>
                    <a:pt x="261122" y="0"/>
                    <a:pt x="254198" y="0"/>
                  </a:cubicBezTo>
                  <a:close/>
                  <a:moveTo>
                    <a:pt x="205448" y="108347"/>
                  </a:moveTo>
                  <a:cubicBezTo>
                    <a:pt x="212249" y="108347"/>
                    <a:pt x="218272" y="108758"/>
                    <a:pt x="223528" y="109580"/>
                  </a:cubicBezTo>
                  <a:cubicBezTo>
                    <a:pt x="228486" y="110323"/>
                    <a:pt x="233350" y="111590"/>
                    <a:pt x="238041" y="113359"/>
                  </a:cubicBezTo>
                  <a:lnTo>
                    <a:pt x="238041" y="140673"/>
                  </a:lnTo>
                  <a:cubicBezTo>
                    <a:pt x="235789" y="139116"/>
                    <a:pt x="233397" y="137773"/>
                    <a:pt x="230896" y="136662"/>
                  </a:cubicBezTo>
                  <a:cubicBezTo>
                    <a:pt x="228316" y="135501"/>
                    <a:pt x="225652" y="134535"/>
                    <a:pt x="222928" y="133772"/>
                  </a:cubicBezTo>
                  <a:cubicBezTo>
                    <a:pt x="217767" y="132334"/>
                    <a:pt x="212439" y="131587"/>
                    <a:pt x="207081" y="131550"/>
                  </a:cubicBezTo>
                  <a:cubicBezTo>
                    <a:pt x="203748" y="131550"/>
                    <a:pt x="200714" y="131861"/>
                    <a:pt x="197980" y="132505"/>
                  </a:cubicBezTo>
                  <a:cubicBezTo>
                    <a:pt x="195544" y="133027"/>
                    <a:pt x="193207" y="133934"/>
                    <a:pt x="191057" y="135195"/>
                  </a:cubicBezTo>
                  <a:cubicBezTo>
                    <a:pt x="189168" y="136350"/>
                    <a:pt x="187723" y="137739"/>
                    <a:pt x="186690" y="139351"/>
                  </a:cubicBezTo>
                  <a:cubicBezTo>
                    <a:pt x="185651" y="140975"/>
                    <a:pt x="185110" y="142868"/>
                    <a:pt x="185134" y="144796"/>
                  </a:cubicBezTo>
                  <a:cubicBezTo>
                    <a:pt x="185134" y="146974"/>
                    <a:pt x="185723" y="148941"/>
                    <a:pt x="186868" y="150674"/>
                  </a:cubicBezTo>
                  <a:cubicBezTo>
                    <a:pt x="188024" y="152408"/>
                    <a:pt x="189668" y="154053"/>
                    <a:pt x="191791" y="155608"/>
                  </a:cubicBezTo>
                  <a:cubicBezTo>
                    <a:pt x="193913" y="157164"/>
                    <a:pt x="196491" y="158675"/>
                    <a:pt x="199525" y="160164"/>
                  </a:cubicBezTo>
                  <a:cubicBezTo>
                    <a:pt x="202559" y="161665"/>
                    <a:pt x="205992" y="163209"/>
                    <a:pt x="209815" y="164787"/>
                  </a:cubicBezTo>
                  <a:cubicBezTo>
                    <a:pt x="215038" y="166976"/>
                    <a:pt x="219727" y="169310"/>
                    <a:pt x="223884" y="171766"/>
                  </a:cubicBezTo>
                  <a:cubicBezTo>
                    <a:pt x="228040" y="174233"/>
                    <a:pt x="231607" y="177022"/>
                    <a:pt x="234585" y="180134"/>
                  </a:cubicBezTo>
                  <a:cubicBezTo>
                    <a:pt x="237563" y="183234"/>
                    <a:pt x="239830" y="186779"/>
                    <a:pt x="241408" y="190768"/>
                  </a:cubicBezTo>
                  <a:cubicBezTo>
                    <a:pt x="242986" y="194758"/>
                    <a:pt x="243786" y="199392"/>
                    <a:pt x="243786" y="204692"/>
                  </a:cubicBezTo>
                  <a:cubicBezTo>
                    <a:pt x="243786" y="211993"/>
                    <a:pt x="242397" y="218138"/>
                    <a:pt x="239641" y="223095"/>
                  </a:cubicBezTo>
                  <a:cubicBezTo>
                    <a:pt x="236948" y="227983"/>
                    <a:pt x="233084" y="232126"/>
                    <a:pt x="228395" y="235152"/>
                  </a:cubicBezTo>
                  <a:cubicBezTo>
                    <a:pt x="223341" y="238356"/>
                    <a:pt x="217739" y="240602"/>
                    <a:pt x="211871" y="241775"/>
                  </a:cubicBezTo>
                  <a:cubicBezTo>
                    <a:pt x="205581" y="243108"/>
                    <a:pt x="198947" y="243775"/>
                    <a:pt x="191980" y="243775"/>
                  </a:cubicBezTo>
                  <a:cubicBezTo>
                    <a:pt x="185122" y="243805"/>
                    <a:pt x="178277" y="243195"/>
                    <a:pt x="171533" y="241952"/>
                  </a:cubicBezTo>
                  <a:cubicBezTo>
                    <a:pt x="165698" y="240943"/>
                    <a:pt x="160039" y="239098"/>
                    <a:pt x="154730" y="236474"/>
                  </a:cubicBezTo>
                  <a:lnTo>
                    <a:pt x="154730" y="207248"/>
                  </a:lnTo>
                  <a:cubicBezTo>
                    <a:pt x="164774" y="215795"/>
                    <a:pt x="177514" y="220518"/>
                    <a:pt x="190702" y="220583"/>
                  </a:cubicBezTo>
                  <a:cubicBezTo>
                    <a:pt x="194402" y="220583"/>
                    <a:pt x="197636" y="220250"/>
                    <a:pt x="200392" y="219583"/>
                  </a:cubicBezTo>
                  <a:cubicBezTo>
                    <a:pt x="203159" y="218916"/>
                    <a:pt x="205459" y="217983"/>
                    <a:pt x="207315" y="216805"/>
                  </a:cubicBezTo>
                  <a:cubicBezTo>
                    <a:pt x="209159" y="215605"/>
                    <a:pt x="210537" y="214205"/>
                    <a:pt x="211460" y="212582"/>
                  </a:cubicBezTo>
                  <a:cubicBezTo>
                    <a:pt x="213540" y="208727"/>
                    <a:pt x="213220" y="204019"/>
                    <a:pt x="210637" y="200481"/>
                  </a:cubicBezTo>
                  <a:cubicBezTo>
                    <a:pt x="208986" y="198296"/>
                    <a:pt x="206967" y="196416"/>
                    <a:pt x="204670" y="194924"/>
                  </a:cubicBezTo>
                  <a:cubicBezTo>
                    <a:pt x="201821" y="193036"/>
                    <a:pt x="198822" y="191386"/>
                    <a:pt x="195702" y="189990"/>
                  </a:cubicBezTo>
                  <a:cubicBezTo>
                    <a:pt x="192004" y="188302"/>
                    <a:pt x="188274" y="186686"/>
                    <a:pt x="184512" y="185145"/>
                  </a:cubicBezTo>
                  <a:cubicBezTo>
                    <a:pt x="174311" y="180889"/>
                    <a:pt x="166710" y="175678"/>
                    <a:pt x="161698" y="169532"/>
                  </a:cubicBezTo>
                  <a:cubicBezTo>
                    <a:pt x="156697" y="163387"/>
                    <a:pt x="154186" y="155953"/>
                    <a:pt x="154186" y="147252"/>
                  </a:cubicBezTo>
                  <a:cubicBezTo>
                    <a:pt x="154186" y="140429"/>
                    <a:pt x="155553" y="134572"/>
                    <a:pt x="158286" y="129672"/>
                  </a:cubicBezTo>
                  <a:cubicBezTo>
                    <a:pt x="161020" y="124771"/>
                    <a:pt x="164732" y="120737"/>
                    <a:pt x="169443" y="117570"/>
                  </a:cubicBezTo>
                  <a:cubicBezTo>
                    <a:pt x="174427" y="114283"/>
                    <a:pt x="179960" y="111915"/>
                    <a:pt x="185779" y="110580"/>
                  </a:cubicBezTo>
                  <a:cubicBezTo>
                    <a:pt x="192224" y="109061"/>
                    <a:pt x="198826" y="108311"/>
                    <a:pt x="205448" y="108347"/>
                  </a:cubicBezTo>
                  <a:close/>
                  <a:moveTo>
                    <a:pt x="37505" y="110436"/>
                  </a:moveTo>
                  <a:lnTo>
                    <a:pt x="143774" y="110436"/>
                  </a:lnTo>
                  <a:lnTo>
                    <a:pt x="143774" y="134506"/>
                  </a:lnTo>
                  <a:lnTo>
                    <a:pt x="105635" y="134506"/>
                  </a:lnTo>
                  <a:lnTo>
                    <a:pt x="105635" y="241697"/>
                  </a:lnTo>
                  <a:lnTo>
                    <a:pt x="75443" y="241697"/>
                  </a:lnTo>
                  <a:lnTo>
                    <a:pt x="75443" y="134506"/>
                  </a:lnTo>
                  <a:lnTo>
                    <a:pt x="37505" y="134506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3949065" y="5906452"/>
              <a:ext cx="11308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TypeScript 5.9</a:t>
              </a:r>
            </a:p>
          </p:txBody>
        </p:sp>
        <p:sp>
          <p:nvSpPr>
            <p:cNvPr id="92" name="Freeform 92"/>
            <p:cNvSpPr/>
            <p:nvPr/>
          </p:nvSpPr>
          <p:spPr>
            <a:xfrm>
              <a:off x="5143500" y="5847169"/>
              <a:ext cx="266700" cy="230962"/>
            </a:xfrm>
            <a:custGeom>
              <a:avLst/>
              <a:gdLst/>
              <a:ahLst/>
              <a:cxnLst/>
              <a:rect l="l" t="t" r="r" b="b"/>
              <a:pathLst>
                <a:path w="266700" h="230962">
                  <a:moveTo>
                    <a:pt x="133350" y="0"/>
                  </a:moveTo>
                  <a:lnTo>
                    <a:pt x="266700" y="230962"/>
                  </a:lnTo>
                  <a:lnTo>
                    <a:pt x="0" y="230962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473065" y="59064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Vercel AI SDK v6</a:t>
              </a:r>
            </a:p>
          </p:txBody>
        </p:sp>
        <p:sp>
          <p:nvSpPr>
            <p:cNvPr id="94" name="Freeform 94"/>
            <p:cNvSpPr/>
            <p:nvPr/>
          </p:nvSpPr>
          <p:spPr>
            <a:xfrm>
              <a:off x="6861429" y="5823367"/>
              <a:ext cx="261153" cy="272635"/>
            </a:xfrm>
            <a:custGeom>
              <a:avLst/>
              <a:gdLst/>
              <a:ahLst/>
              <a:cxnLst/>
              <a:rect l="l" t="t" r="r" b="b"/>
              <a:pathLst>
                <a:path w="261153" h="272635">
                  <a:moveTo>
                    <a:pt x="258375" y="169540"/>
                  </a:moveTo>
                  <a:cubicBezTo>
                    <a:pt x="258222" y="169074"/>
                    <a:pt x="258012" y="168630"/>
                    <a:pt x="257749" y="168217"/>
                  </a:cubicBezTo>
                  <a:cubicBezTo>
                    <a:pt x="256204" y="165292"/>
                    <a:pt x="252450" y="164418"/>
                    <a:pt x="246554" y="165637"/>
                  </a:cubicBezTo>
                  <a:cubicBezTo>
                    <a:pt x="228182" y="169428"/>
                    <a:pt x="221068" y="167095"/>
                    <a:pt x="218488" y="165425"/>
                  </a:cubicBezTo>
                  <a:cubicBezTo>
                    <a:pt x="233401" y="142664"/>
                    <a:pt x="245658" y="115174"/>
                    <a:pt x="252283" y="89530"/>
                  </a:cubicBezTo>
                  <a:cubicBezTo>
                    <a:pt x="255299" y="77854"/>
                    <a:pt x="261153" y="50373"/>
                    <a:pt x="253641" y="36950"/>
                  </a:cubicBezTo>
                  <a:cubicBezTo>
                    <a:pt x="253161" y="36031"/>
                    <a:pt x="252599" y="35157"/>
                    <a:pt x="251964" y="34339"/>
                  </a:cubicBezTo>
                  <a:cubicBezTo>
                    <a:pt x="237635" y="16030"/>
                    <a:pt x="216606" y="6209"/>
                    <a:pt x="191149" y="5939"/>
                  </a:cubicBezTo>
                  <a:cubicBezTo>
                    <a:pt x="174540" y="5763"/>
                    <a:pt x="160362" y="9785"/>
                    <a:pt x="156522" y="11266"/>
                  </a:cubicBezTo>
                  <a:cubicBezTo>
                    <a:pt x="154620" y="10911"/>
                    <a:pt x="152708" y="10608"/>
                    <a:pt x="150789" y="10359"/>
                  </a:cubicBezTo>
                  <a:cubicBezTo>
                    <a:pt x="145978" y="9488"/>
                    <a:pt x="141104" y="9013"/>
                    <a:pt x="136216" y="8939"/>
                  </a:cubicBezTo>
                  <a:cubicBezTo>
                    <a:pt x="123079" y="8734"/>
                    <a:pt x="111726" y="11875"/>
                    <a:pt x="102325" y="18280"/>
                  </a:cubicBezTo>
                  <a:cubicBezTo>
                    <a:pt x="92798" y="14712"/>
                    <a:pt x="49109" y="0"/>
                    <a:pt x="22072" y="19156"/>
                  </a:cubicBezTo>
                  <a:cubicBezTo>
                    <a:pt x="6971" y="29854"/>
                    <a:pt x="0" y="48975"/>
                    <a:pt x="1351" y="75989"/>
                  </a:cubicBezTo>
                  <a:cubicBezTo>
                    <a:pt x="1806" y="85080"/>
                    <a:pt x="6984" y="113039"/>
                    <a:pt x="15156" y="139815"/>
                  </a:cubicBezTo>
                  <a:cubicBezTo>
                    <a:pt x="20266" y="156556"/>
                    <a:pt x="25588" y="169840"/>
                    <a:pt x="31085" y="179620"/>
                  </a:cubicBezTo>
                  <a:cubicBezTo>
                    <a:pt x="37230" y="190668"/>
                    <a:pt x="43597" y="197326"/>
                    <a:pt x="50135" y="199506"/>
                  </a:cubicBezTo>
                  <a:cubicBezTo>
                    <a:pt x="55107" y="201163"/>
                    <a:pt x="62722" y="201107"/>
                    <a:pt x="70783" y="191417"/>
                  </a:cubicBezTo>
                  <a:cubicBezTo>
                    <a:pt x="79687" y="180710"/>
                    <a:pt x="88455" y="171128"/>
                    <a:pt x="92393" y="166893"/>
                  </a:cubicBezTo>
                  <a:cubicBezTo>
                    <a:pt x="97228" y="169510"/>
                    <a:pt x="102465" y="170921"/>
                    <a:pt x="107839" y="171085"/>
                  </a:cubicBezTo>
                  <a:cubicBezTo>
                    <a:pt x="107840" y="171100"/>
                    <a:pt x="107841" y="171115"/>
                    <a:pt x="107843" y="171130"/>
                  </a:cubicBezTo>
                  <a:cubicBezTo>
                    <a:pt x="106908" y="172245"/>
                    <a:pt x="105992" y="173377"/>
                    <a:pt x="105096" y="174524"/>
                  </a:cubicBezTo>
                  <a:cubicBezTo>
                    <a:pt x="101330" y="179305"/>
                    <a:pt x="100547" y="180299"/>
                    <a:pt x="88425" y="182795"/>
                  </a:cubicBezTo>
                  <a:cubicBezTo>
                    <a:pt x="84978" y="183506"/>
                    <a:pt x="75819" y="185394"/>
                    <a:pt x="75686" y="191813"/>
                  </a:cubicBezTo>
                  <a:cubicBezTo>
                    <a:pt x="75658" y="193173"/>
                    <a:pt x="76052" y="194379"/>
                    <a:pt x="76707" y="195444"/>
                  </a:cubicBezTo>
                  <a:cubicBezTo>
                    <a:pt x="79229" y="200146"/>
                    <a:pt x="86949" y="202220"/>
                    <a:pt x="87987" y="202480"/>
                  </a:cubicBezTo>
                  <a:cubicBezTo>
                    <a:pt x="102816" y="206186"/>
                    <a:pt x="115817" y="203502"/>
                    <a:pt x="125451" y="194938"/>
                  </a:cubicBezTo>
                  <a:cubicBezTo>
                    <a:pt x="125262" y="219730"/>
                    <a:pt x="126312" y="244026"/>
                    <a:pt x="129289" y="251471"/>
                  </a:cubicBezTo>
                  <a:cubicBezTo>
                    <a:pt x="131748" y="257616"/>
                    <a:pt x="137755" y="272635"/>
                    <a:pt x="156728" y="272633"/>
                  </a:cubicBezTo>
                  <a:cubicBezTo>
                    <a:pt x="159512" y="272633"/>
                    <a:pt x="162577" y="272310"/>
                    <a:pt x="165947" y="271587"/>
                  </a:cubicBezTo>
                  <a:cubicBezTo>
                    <a:pt x="185749" y="267341"/>
                    <a:pt x="194348" y="258590"/>
                    <a:pt x="197674" y="239295"/>
                  </a:cubicBezTo>
                  <a:cubicBezTo>
                    <a:pt x="199344" y="229620"/>
                    <a:pt x="202136" y="207344"/>
                    <a:pt x="203661" y="193721"/>
                  </a:cubicBezTo>
                  <a:cubicBezTo>
                    <a:pt x="203849" y="192940"/>
                    <a:pt x="204058" y="192380"/>
                    <a:pt x="204294" y="192207"/>
                  </a:cubicBezTo>
                  <a:cubicBezTo>
                    <a:pt x="204302" y="192202"/>
                    <a:pt x="205069" y="191684"/>
                    <a:pt x="209042" y="192549"/>
                  </a:cubicBezTo>
                  <a:cubicBezTo>
                    <a:pt x="209204" y="192584"/>
                    <a:pt x="209368" y="192609"/>
                    <a:pt x="209534" y="192624"/>
                  </a:cubicBezTo>
                  <a:lnTo>
                    <a:pt x="212355" y="192872"/>
                  </a:lnTo>
                  <a:lnTo>
                    <a:pt x="212521" y="192883"/>
                  </a:lnTo>
                  <a:cubicBezTo>
                    <a:pt x="221931" y="193310"/>
                    <a:pt x="233761" y="191298"/>
                    <a:pt x="240649" y="188096"/>
                  </a:cubicBezTo>
                  <a:cubicBezTo>
                    <a:pt x="247803" y="184775"/>
                    <a:pt x="260715" y="176624"/>
                    <a:pt x="258375" y="169540"/>
                  </a:cubicBezTo>
                  <a:close/>
                  <a:moveTo>
                    <a:pt x="22918" y="137911"/>
                  </a:moveTo>
                  <a:cubicBezTo>
                    <a:pt x="14656" y="110843"/>
                    <a:pt x="9829" y="83625"/>
                    <a:pt x="9447" y="75993"/>
                  </a:cubicBezTo>
                  <a:cubicBezTo>
                    <a:pt x="8240" y="51863"/>
                    <a:pt x="14082" y="35067"/>
                    <a:pt x="26808" y="26068"/>
                  </a:cubicBezTo>
                  <a:cubicBezTo>
                    <a:pt x="47218" y="11637"/>
                    <a:pt x="80590" y="20058"/>
                    <a:pt x="94683" y="24623"/>
                  </a:cubicBezTo>
                  <a:cubicBezTo>
                    <a:pt x="94647" y="24659"/>
                    <a:pt x="94610" y="24691"/>
                    <a:pt x="94574" y="24728"/>
                  </a:cubicBezTo>
                  <a:cubicBezTo>
                    <a:pt x="72085" y="47441"/>
                    <a:pt x="72618" y="86246"/>
                    <a:pt x="72674" y="88619"/>
                  </a:cubicBezTo>
                  <a:cubicBezTo>
                    <a:pt x="72671" y="89533"/>
                    <a:pt x="72747" y="90829"/>
                    <a:pt x="72854" y="92612"/>
                  </a:cubicBezTo>
                  <a:cubicBezTo>
                    <a:pt x="73240" y="99138"/>
                    <a:pt x="73960" y="111285"/>
                    <a:pt x="72037" y="125042"/>
                  </a:cubicBezTo>
                  <a:cubicBezTo>
                    <a:pt x="70249" y="137826"/>
                    <a:pt x="74189" y="150339"/>
                    <a:pt x="82847" y="159371"/>
                  </a:cubicBezTo>
                  <a:cubicBezTo>
                    <a:pt x="83743" y="160306"/>
                    <a:pt x="84678" y="161183"/>
                    <a:pt x="85645" y="162009"/>
                  </a:cubicBezTo>
                  <a:cubicBezTo>
                    <a:pt x="81791" y="166136"/>
                    <a:pt x="73417" y="175262"/>
                    <a:pt x="64504" y="185985"/>
                  </a:cubicBezTo>
                  <a:cubicBezTo>
                    <a:pt x="58195" y="193570"/>
                    <a:pt x="53839" y="192116"/>
                    <a:pt x="52407" y="191638"/>
                  </a:cubicBezTo>
                  <a:cubicBezTo>
                    <a:pt x="48052" y="190186"/>
                    <a:pt x="43372" y="185114"/>
                    <a:pt x="38648" y="176944"/>
                  </a:cubicBezTo>
                  <a:cubicBezTo>
                    <a:pt x="33319" y="167621"/>
                    <a:pt x="27941" y="154367"/>
                    <a:pt x="22918" y="137911"/>
                  </a:cubicBezTo>
                  <a:close/>
                  <a:moveTo>
                    <a:pt x="89673" y="194441"/>
                  </a:moveTo>
                  <a:cubicBezTo>
                    <a:pt x="87772" y="193965"/>
                    <a:pt x="86039" y="193183"/>
                    <a:pt x="84871" y="192472"/>
                  </a:cubicBezTo>
                  <a:cubicBezTo>
                    <a:pt x="85859" y="192034"/>
                    <a:pt x="87509" y="191469"/>
                    <a:pt x="90241" y="190906"/>
                  </a:cubicBezTo>
                  <a:cubicBezTo>
                    <a:pt x="104502" y="187971"/>
                    <a:pt x="106704" y="185899"/>
                    <a:pt x="111514" y="179791"/>
                  </a:cubicBezTo>
                  <a:cubicBezTo>
                    <a:pt x="112616" y="178391"/>
                    <a:pt x="113865" y="176805"/>
                    <a:pt x="115596" y="174873"/>
                  </a:cubicBezTo>
                  <a:cubicBezTo>
                    <a:pt x="115968" y="174456"/>
                    <a:pt x="116247" y="173964"/>
                    <a:pt x="116415" y="173431"/>
                  </a:cubicBezTo>
                  <a:cubicBezTo>
                    <a:pt x="118313" y="171749"/>
                    <a:pt x="119442" y="172209"/>
                    <a:pt x="121270" y="172967"/>
                  </a:cubicBezTo>
                  <a:cubicBezTo>
                    <a:pt x="123003" y="173685"/>
                    <a:pt x="124690" y="175856"/>
                    <a:pt x="125376" y="178248"/>
                  </a:cubicBezTo>
                  <a:cubicBezTo>
                    <a:pt x="125699" y="179377"/>
                    <a:pt x="126064" y="181520"/>
                    <a:pt x="124873" y="183186"/>
                  </a:cubicBezTo>
                  <a:cubicBezTo>
                    <a:pt x="114824" y="197252"/>
                    <a:pt x="100186" y="197070"/>
                    <a:pt x="89673" y="194441"/>
                  </a:cubicBezTo>
                  <a:close/>
                  <a:moveTo>
                    <a:pt x="112943" y="150124"/>
                  </a:moveTo>
                  <a:lnTo>
                    <a:pt x="112360" y="151691"/>
                  </a:lnTo>
                  <a:cubicBezTo>
                    <a:pt x="110882" y="155654"/>
                    <a:pt x="109507" y="159338"/>
                    <a:pt x="108655" y="162837"/>
                  </a:cubicBezTo>
                  <a:cubicBezTo>
                    <a:pt x="101238" y="162814"/>
                    <a:pt x="94022" y="159646"/>
                    <a:pt x="88536" y="153920"/>
                  </a:cubicBezTo>
                  <a:cubicBezTo>
                    <a:pt x="81558" y="146641"/>
                    <a:pt x="78389" y="136514"/>
                    <a:pt x="79840" y="126135"/>
                  </a:cubicBezTo>
                  <a:cubicBezTo>
                    <a:pt x="81871" y="111601"/>
                    <a:pt x="81121" y="98945"/>
                    <a:pt x="80718" y="92146"/>
                  </a:cubicBezTo>
                  <a:cubicBezTo>
                    <a:pt x="80662" y="91194"/>
                    <a:pt x="80612" y="90360"/>
                    <a:pt x="80582" y="89702"/>
                  </a:cubicBezTo>
                  <a:cubicBezTo>
                    <a:pt x="83868" y="86790"/>
                    <a:pt x="99095" y="78632"/>
                    <a:pt x="109952" y="81119"/>
                  </a:cubicBezTo>
                  <a:cubicBezTo>
                    <a:pt x="114907" y="82255"/>
                    <a:pt x="117926" y="85627"/>
                    <a:pt x="119180" y="91431"/>
                  </a:cubicBezTo>
                  <a:cubicBezTo>
                    <a:pt x="125677" y="121477"/>
                    <a:pt x="120041" y="134000"/>
                    <a:pt x="115511" y="144064"/>
                  </a:cubicBezTo>
                  <a:cubicBezTo>
                    <a:pt x="114578" y="146137"/>
                    <a:pt x="113696" y="148096"/>
                    <a:pt x="112943" y="150124"/>
                  </a:cubicBezTo>
                  <a:close/>
                  <a:moveTo>
                    <a:pt x="194772" y="200936"/>
                  </a:moveTo>
                  <a:cubicBezTo>
                    <a:pt x="194584" y="202901"/>
                    <a:pt x="194374" y="205115"/>
                    <a:pt x="194085" y="207558"/>
                  </a:cubicBezTo>
                  <a:lnTo>
                    <a:pt x="192463" y="212429"/>
                  </a:lnTo>
                  <a:cubicBezTo>
                    <a:pt x="192334" y="212815"/>
                    <a:pt x="192266" y="213219"/>
                    <a:pt x="192261" y="213626"/>
                  </a:cubicBezTo>
                  <a:cubicBezTo>
                    <a:pt x="192195" y="218901"/>
                    <a:pt x="191661" y="220836"/>
                    <a:pt x="190983" y="223286"/>
                  </a:cubicBezTo>
                  <a:cubicBezTo>
                    <a:pt x="190278" y="225833"/>
                    <a:pt x="189479" y="228721"/>
                    <a:pt x="188989" y="235037"/>
                  </a:cubicBezTo>
                  <a:cubicBezTo>
                    <a:pt x="187767" y="250754"/>
                    <a:pt x="179230" y="259781"/>
                    <a:pt x="162128" y="263446"/>
                  </a:cubicBezTo>
                  <a:cubicBezTo>
                    <a:pt x="145287" y="267059"/>
                    <a:pt x="142300" y="257926"/>
                    <a:pt x="139667" y="249870"/>
                  </a:cubicBezTo>
                  <a:cubicBezTo>
                    <a:pt x="139398" y="249026"/>
                    <a:pt x="139113" y="248186"/>
                    <a:pt x="138813" y="247352"/>
                  </a:cubicBezTo>
                  <a:cubicBezTo>
                    <a:pt x="136419" y="240842"/>
                    <a:pt x="136689" y="231662"/>
                    <a:pt x="137064" y="218958"/>
                  </a:cubicBezTo>
                  <a:cubicBezTo>
                    <a:pt x="137247" y="212722"/>
                    <a:pt x="136787" y="197830"/>
                    <a:pt x="133394" y="189553"/>
                  </a:cubicBezTo>
                  <a:cubicBezTo>
                    <a:pt x="133443" y="186294"/>
                    <a:pt x="133512" y="182986"/>
                    <a:pt x="133606" y="179642"/>
                  </a:cubicBezTo>
                  <a:cubicBezTo>
                    <a:pt x="133617" y="179219"/>
                    <a:pt x="133559" y="178796"/>
                    <a:pt x="133436" y="178391"/>
                  </a:cubicBezTo>
                  <a:cubicBezTo>
                    <a:pt x="133328" y="177610"/>
                    <a:pt x="133165" y="176838"/>
                    <a:pt x="132948" y="176080"/>
                  </a:cubicBezTo>
                  <a:cubicBezTo>
                    <a:pt x="131585" y="171320"/>
                    <a:pt x="128266" y="167339"/>
                    <a:pt x="124283" y="165688"/>
                  </a:cubicBezTo>
                  <a:cubicBezTo>
                    <a:pt x="122701" y="165033"/>
                    <a:pt x="119796" y="163830"/>
                    <a:pt x="116307" y="164723"/>
                  </a:cubicBezTo>
                  <a:cubicBezTo>
                    <a:pt x="117051" y="161656"/>
                    <a:pt x="118341" y="158194"/>
                    <a:pt x="119741" y="154445"/>
                  </a:cubicBezTo>
                  <a:lnTo>
                    <a:pt x="120328" y="152867"/>
                  </a:lnTo>
                  <a:cubicBezTo>
                    <a:pt x="120990" y="151089"/>
                    <a:pt x="121817" y="149248"/>
                    <a:pt x="122695" y="147297"/>
                  </a:cubicBezTo>
                  <a:cubicBezTo>
                    <a:pt x="127435" y="136767"/>
                    <a:pt x="133926" y="122346"/>
                    <a:pt x="126880" y="89766"/>
                  </a:cubicBezTo>
                  <a:cubicBezTo>
                    <a:pt x="124242" y="77563"/>
                    <a:pt x="115430" y="71605"/>
                    <a:pt x="102073" y="72988"/>
                  </a:cubicBezTo>
                  <a:cubicBezTo>
                    <a:pt x="94064" y="73817"/>
                    <a:pt x="86739" y="77049"/>
                    <a:pt x="83084" y="78901"/>
                  </a:cubicBezTo>
                  <a:cubicBezTo>
                    <a:pt x="82351" y="79272"/>
                    <a:pt x="81626" y="79658"/>
                    <a:pt x="80908" y="80058"/>
                  </a:cubicBezTo>
                  <a:cubicBezTo>
                    <a:pt x="81928" y="67763"/>
                    <a:pt x="85782" y="44786"/>
                    <a:pt x="100196" y="30248"/>
                  </a:cubicBezTo>
                  <a:cubicBezTo>
                    <a:pt x="101267" y="29169"/>
                    <a:pt x="102391" y="28146"/>
                    <a:pt x="103566" y="27181"/>
                  </a:cubicBezTo>
                  <a:cubicBezTo>
                    <a:pt x="104150" y="27067"/>
                    <a:pt x="104699" y="26823"/>
                    <a:pt x="105174" y="26466"/>
                  </a:cubicBezTo>
                  <a:cubicBezTo>
                    <a:pt x="113535" y="20125"/>
                    <a:pt x="124004" y="17013"/>
                    <a:pt x="136311" y="17214"/>
                  </a:cubicBezTo>
                  <a:cubicBezTo>
                    <a:pt x="140858" y="17289"/>
                    <a:pt x="145220" y="17591"/>
                    <a:pt x="149360" y="18114"/>
                  </a:cubicBezTo>
                  <a:cubicBezTo>
                    <a:pt x="170907" y="22053"/>
                    <a:pt x="185408" y="34192"/>
                    <a:pt x="194209" y="44592"/>
                  </a:cubicBezTo>
                  <a:cubicBezTo>
                    <a:pt x="203258" y="55286"/>
                    <a:pt x="208157" y="66056"/>
                    <a:pt x="210113" y="71866"/>
                  </a:cubicBezTo>
                  <a:cubicBezTo>
                    <a:pt x="195409" y="70370"/>
                    <a:pt x="185405" y="73275"/>
                    <a:pt x="180335" y="80522"/>
                  </a:cubicBezTo>
                  <a:cubicBezTo>
                    <a:pt x="169304" y="96290"/>
                    <a:pt x="186369" y="126894"/>
                    <a:pt x="194571" y="141601"/>
                  </a:cubicBezTo>
                  <a:cubicBezTo>
                    <a:pt x="196075" y="144297"/>
                    <a:pt x="197374" y="146626"/>
                    <a:pt x="197781" y="147616"/>
                  </a:cubicBezTo>
                  <a:cubicBezTo>
                    <a:pt x="200452" y="154089"/>
                    <a:pt x="203910" y="158410"/>
                    <a:pt x="206435" y="161565"/>
                  </a:cubicBezTo>
                  <a:cubicBezTo>
                    <a:pt x="207208" y="162531"/>
                    <a:pt x="207959" y="163469"/>
                    <a:pt x="208529" y="164287"/>
                  </a:cubicBezTo>
                  <a:cubicBezTo>
                    <a:pt x="204076" y="165571"/>
                    <a:pt x="196075" y="168538"/>
                    <a:pt x="196803" y="183367"/>
                  </a:cubicBezTo>
                  <a:cubicBezTo>
                    <a:pt x="196667" y="185104"/>
                    <a:pt x="196333" y="188334"/>
                    <a:pt x="195877" y="192422"/>
                  </a:cubicBezTo>
                  <a:cubicBezTo>
                    <a:pt x="195364" y="194730"/>
                    <a:pt x="195097" y="197537"/>
                    <a:pt x="194772" y="200936"/>
                  </a:cubicBezTo>
                  <a:close/>
                  <a:moveTo>
                    <a:pt x="204668" y="182922"/>
                  </a:moveTo>
                  <a:cubicBezTo>
                    <a:pt x="204218" y="173681"/>
                    <a:pt x="207658" y="172715"/>
                    <a:pt x="211299" y="171693"/>
                  </a:cubicBezTo>
                  <a:cubicBezTo>
                    <a:pt x="211802" y="171555"/>
                    <a:pt x="212303" y="171404"/>
                    <a:pt x="212799" y="171241"/>
                  </a:cubicBezTo>
                  <a:cubicBezTo>
                    <a:pt x="213268" y="171657"/>
                    <a:pt x="213767" y="172040"/>
                    <a:pt x="214290" y="172386"/>
                  </a:cubicBezTo>
                  <a:cubicBezTo>
                    <a:pt x="220628" y="176570"/>
                    <a:pt x="231873" y="177068"/>
                    <a:pt x="247703" y="173880"/>
                  </a:cubicBezTo>
                  <a:cubicBezTo>
                    <a:pt x="245463" y="175845"/>
                    <a:pt x="241937" y="178318"/>
                    <a:pt x="237110" y="180559"/>
                  </a:cubicBezTo>
                  <a:cubicBezTo>
                    <a:pt x="232556" y="182674"/>
                    <a:pt x="224934" y="184260"/>
                    <a:pt x="217693" y="184600"/>
                  </a:cubicBezTo>
                  <a:cubicBezTo>
                    <a:pt x="209695" y="184973"/>
                    <a:pt x="205626" y="183703"/>
                    <a:pt x="204668" y="182922"/>
                  </a:cubicBezTo>
                  <a:close/>
                  <a:moveTo>
                    <a:pt x="210996" y="79896"/>
                  </a:moveTo>
                  <a:cubicBezTo>
                    <a:pt x="210931" y="83794"/>
                    <a:pt x="210394" y="87332"/>
                    <a:pt x="209825" y="91027"/>
                  </a:cubicBezTo>
                  <a:cubicBezTo>
                    <a:pt x="209214" y="95001"/>
                    <a:pt x="208581" y="99110"/>
                    <a:pt x="208420" y="104097"/>
                  </a:cubicBezTo>
                  <a:cubicBezTo>
                    <a:pt x="208263" y="108951"/>
                    <a:pt x="208869" y="113998"/>
                    <a:pt x="209456" y="118878"/>
                  </a:cubicBezTo>
                  <a:cubicBezTo>
                    <a:pt x="210641" y="128735"/>
                    <a:pt x="211856" y="138884"/>
                    <a:pt x="207150" y="148897"/>
                  </a:cubicBezTo>
                  <a:cubicBezTo>
                    <a:pt x="206369" y="147513"/>
                    <a:pt x="205673" y="146082"/>
                    <a:pt x="205066" y="144613"/>
                  </a:cubicBezTo>
                  <a:cubicBezTo>
                    <a:pt x="204480" y="143195"/>
                    <a:pt x="203211" y="140917"/>
                    <a:pt x="201453" y="137765"/>
                  </a:cubicBezTo>
                  <a:cubicBezTo>
                    <a:pt x="194612" y="125496"/>
                    <a:pt x="178590" y="96764"/>
                    <a:pt x="186792" y="85041"/>
                  </a:cubicBezTo>
                  <a:cubicBezTo>
                    <a:pt x="191009" y="79010"/>
                    <a:pt x="201692" y="78750"/>
                    <a:pt x="210996" y="79896"/>
                  </a:cubicBezTo>
                  <a:close/>
                  <a:moveTo>
                    <a:pt x="213534" y="157835"/>
                  </a:moveTo>
                  <a:cubicBezTo>
                    <a:pt x="213221" y="157436"/>
                    <a:pt x="212905" y="157038"/>
                    <a:pt x="212587" y="156642"/>
                  </a:cubicBezTo>
                  <a:lnTo>
                    <a:pt x="212192" y="156148"/>
                  </a:lnTo>
                  <a:cubicBezTo>
                    <a:pt x="220262" y="142819"/>
                    <a:pt x="218684" y="129632"/>
                    <a:pt x="217279" y="117938"/>
                  </a:cubicBezTo>
                  <a:cubicBezTo>
                    <a:pt x="216703" y="113140"/>
                    <a:pt x="216158" y="108608"/>
                    <a:pt x="216296" y="104352"/>
                  </a:cubicBezTo>
                  <a:cubicBezTo>
                    <a:pt x="216439" y="99839"/>
                    <a:pt x="217036" y="95970"/>
                    <a:pt x="217613" y="92227"/>
                  </a:cubicBezTo>
                  <a:cubicBezTo>
                    <a:pt x="218323" y="87615"/>
                    <a:pt x="219044" y="82845"/>
                    <a:pt x="218845" y="77220"/>
                  </a:cubicBezTo>
                  <a:cubicBezTo>
                    <a:pt x="218994" y="76630"/>
                    <a:pt x="219054" y="75933"/>
                    <a:pt x="218976" y="75106"/>
                  </a:cubicBezTo>
                  <a:cubicBezTo>
                    <a:pt x="218468" y="69711"/>
                    <a:pt x="212310" y="53570"/>
                    <a:pt x="199758" y="38957"/>
                  </a:cubicBezTo>
                  <a:cubicBezTo>
                    <a:pt x="193006" y="31097"/>
                    <a:pt x="183205" y="22319"/>
                    <a:pt x="169878" y="16293"/>
                  </a:cubicBezTo>
                  <a:cubicBezTo>
                    <a:pt x="175713" y="15109"/>
                    <a:pt x="183577" y="14032"/>
                    <a:pt x="192374" y="14227"/>
                  </a:cubicBezTo>
                  <a:cubicBezTo>
                    <a:pt x="215171" y="14734"/>
                    <a:pt x="233208" y="23267"/>
                    <a:pt x="245983" y="39591"/>
                  </a:cubicBezTo>
                  <a:cubicBezTo>
                    <a:pt x="246254" y="39945"/>
                    <a:pt x="246502" y="40317"/>
                    <a:pt x="246724" y="40704"/>
                  </a:cubicBezTo>
                  <a:cubicBezTo>
                    <a:pt x="254760" y="55768"/>
                    <a:pt x="243655" y="110436"/>
                    <a:pt x="213534" y="157835"/>
                  </a:cubicBezTo>
                  <a:close/>
                  <a:moveTo>
                    <a:pt x="115560" y="89869"/>
                  </a:moveTo>
                  <a:cubicBezTo>
                    <a:pt x="115282" y="91863"/>
                    <a:pt x="112127" y="94564"/>
                    <a:pt x="108658" y="94564"/>
                  </a:cubicBezTo>
                  <a:cubicBezTo>
                    <a:pt x="108357" y="94564"/>
                    <a:pt x="108057" y="94543"/>
                    <a:pt x="107759" y="94502"/>
                  </a:cubicBezTo>
                  <a:cubicBezTo>
                    <a:pt x="105678" y="94213"/>
                    <a:pt x="103575" y="92902"/>
                    <a:pt x="102137" y="90995"/>
                  </a:cubicBezTo>
                  <a:cubicBezTo>
                    <a:pt x="101628" y="90322"/>
                    <a:pt x="100800" y="89017"/>
                    <a:pt x="100965" y="87834"/>
                  </a:cubicBezTo>
                  <a:cubicBezTo>
                    <a:pt x="101026" y="87389"/>
                    <a:pt x="101255" y="86740"/>
                    <a:pt x="101993" y="86181"/>
                  </a:cubicBezTo>
                  <a:cubicBezTo>
                    <a:pt x="103306" y="85187"/>
                    <a:pt x="105902" y="84818"/>
                    <a:pt x="108767" y="85217"/>
                  </a:cubicBezTo>
                  <a:cubicBezTo>
                    <a:pt x="112282" y="85707"/>
                    <a:pt x="115908" y="87371"/>
                    <a:pt x="115560" y="89869"/>
                  </a:cubicBezTo>
                  <a:close/>
                  <a:moveTo>
                    <a:pt x="203688" y="85297"/>
                  </a:moveTo>
                  <a:cubicBezTo>
                    <a:pt x="203811" y="86177"/>
                    <a:pt x="203143" y="87531"/>
                    <a:pt x="201986" y="88744"/>
                  </a:cubicBezTo>
                  <a:cubicBezTo>
                    <a:pt x="201227" y="89541"/>
                    <a:pt x="199631" y="90924"/>
                    <a:pt x="197454" y="91225"/>
                  </a:cubicBezTo>
                  <a:cubicBezTo>
                    <a:pt x="197177" y="91263"/>
                    <a:pt x="196899" y="91282"/>
                    <a:pt x="196620" y="91283"/>
                  </a:cubicBezTo>
                  <a:cubicBezTo>
                    <a:pt x="193359" y="91283"/>
                    <a:pt x="190604" y="88678"/>
                    <a:pt x="190389" y="87152"/>
                  </a:cubicBezTo>
                  <a:cubicBezTo>
                    <a:pt x="190123" y="85191"/>
                    <a:pt x="193324" y="83700"/>
                    <a:pt x="196625" y="83240"/>
                  </a:cubicBezTo>
                  <a:cubicBezTo>
                    <a:pt x="199925" y="82780"/>
                    <a:pt x="203415" y="83338"/>
                    <a:pt x="203688" y="85297"/>
                  </a:cubicBez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187565" y="5906452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PGlite / pgvector</a:t>
              </a:r>
            </a:p>
          </p:txBody>
        </p:sp>
        <p:sp>
          <p:nvSpPr>
            <p:cNvPr id="96" name="Freeform 96"/>
            <p:cNvSpPr/>
            <p:nvPr/>
          </p:nvSpPr>
          <p:spPr>
            <a:xfrm>
              <a:off x="8572092" y="5891460"/>
              <a:ext cx="267512" cy="142387"/>
            </a:xfrm>
            <a:custGeom>
              <a:avLst/>
              <a:gdLst/>
              <a:ahLst/>
              <a:cxnLst/>
              <a:rect l="l" t="t" r="r" b="b"/>
              <a:pathLst>
                <a:path w="267512" h="142387">
                  <a:moveTo>
                    <a:pt x="59894" y="69223"/>
                  </a:moveTo>
                  <a:cubicBezTo>
                    <a:pt x="61430" y="66550"/>
                    <a:pt x="61831" y="63373"/>
                    <a:pt x="61006" y="60403"/>
                  </a:cubicBezTo>
                  <a:cubicBezTo>
                    <a:pt x="60181" y="57433"/>
                    <a:pt x="58199" y="54918"/>
                    <a:pt x="55504" y="53421"/>
                  </a:cubicBezTo>
                  <a:cubicBezTo>
                    <a:pt x="49863" y="50290"/>
                    <a:pt x="42755" y="52264"/>
                    <a:pt x="39535" y="57855"/>
                  </a:cubicBezTo>
                  <a:lnTo>
                    <a:pt x="1942" y="123441"/>
                  </a:lnTo>
                  <a:cubicBezTo>
                    <a:pt x="402" y="126112"/>
                    <a:pt x="0" y="129290"/>
                    <a:pt x="825" y="132261"/>
                  </a:cubicBezTo>
                  <a:cubicBezTo>
                    <a:pt x="1651" y="135233"/>
                    <a:pt x="3634" y="137748"/>
                    <a:pt x="6331" y="139243"/>
                  </a:cubicBezTo>
                  <a:cubicBezTo>
                    <a:pt x="11969" y="142375"/>
                    <a:pt x="19077" y="140406"/>
                    <a:pt x="22300" y="134820"/>
                  </a:cubicBezTo>
                  <a:lnTo>
                    <a:pt x="59894" y="69223"/>
                  </a:lnTo>
                  <a:close/>
                  <a:moveTo>
                    <a:pt x="184531" y="69223"/>
                  </a:moveTo>
                  <a:cubicBezTo>
                    <a:pt x="186069" y="66552"/>
                    <a:pt x="186471" y="63376"/>
                    <a:pt x="185648" y="60406"/>
                  </a:cubicBezTo>
                  <a:cubicBezTo>
                    <a:pt x="184825" y="57436"/>
                    <a:pt x="182846" y="54920"/>
                    <a:pt x="180153" y="53421"/>
                  </a:cubicBezTo>
                  <a:cubicBezTo>
                    <a:pt x="174509" y="50289"/>
                    <a:pt x="167397" y="52263"/>
                    <a:pt x="164173" y="57855"/>
                  </a:cubicBezTo>
                  <a:lnTo>
                    <a:pt x="126591" y="123441"/>
                  </a:lnTo>
                  <a:cubicBezTo>
                    <a:pt x="125053" y="126112"/>
                    <a:pt x="124651" y="129288"/>
                    <a:pt x="125474" y="132258"/>
                  </a:cubicBezTo>
                  <a:cubicBezTo>
                    <a:pt x="126297" y="135228"/>
                    <a:pt x="128276" y="137744"/>
                    <a:pt x="130969" y="139243"/>
                  </a:cubicBezTo>
                  <a:cubicBezTo>
                    <a:pt x="136592" y="142387"/>
                    <a:pt x="143748" y="140398"/>
                    <a:pt x="146949" y="134820"/>
                  </a:cubicBezTo>
                  <a:lnTo>
                    <a:pt x="184531" y="69223"/>
                  </a:lnTo>
                  <a:close/>
                  <a:moveTo>
                    <a:pt x="265575" y="18939"/>
                  </a:moveTo>
                  <a:cubicBezTo>
                    <a:pt x="267111" y="16266"/>
                    <a:pt x="267512" y="13089"/>
                    <a:pt x="266687" y="10119"/>
                  </a:cubicBezTo>
                  <a:cubicBezTo>
                    <a:pt x="265862" y="7149"/>
                    <a:pt x="263880" y="4634"/>
                    <a:pt x="261185" y="3137"/>
                  </a:cubicBezTo>
                  <a:cubicBezTo>
                    <a:pt x="255546" y="0"/>
                    <a:pt x="248432" y="1975"/>
                    <a:pt x="245217" y="7571"/>
                  </a:cubicBezTo>
                  <a:lnTo>
                    <a:pt x="207623" y="73157"/>
                  </a:lnTo>
                  <a:cubicBezTo>
                    <a:pt x="206087" y="75829"/>
                    <a:pt x="205686" y="79006"/>
                    <a:pt x="206511" y="81976"/>
                  </a:cubicBezTo>
                  <a:cubicBezTo>
                    <a:pt x="207336" y="84946"/>
                    <a:pt x="209318" y="87462"/>
                    <a:pt x="212013" y="88959"/>
                  </a:cubicBezTo>
                  <a:cubicBezTo>
                    <a:pt x="217653" y="92089"/>
                    <a:pt x="224762" y="90115"/>
                    <a:pt x="227981" y="84525"/>
                  </a:cubicBezTo>
                  <a:lnTo>
                    <a:pt x="265575" y="18939"/>
                  </a:lnTo>
                  <a:close/>
                  <a:moveTo>
                    <a:pt x="140904" y="18939"/>
                  </a:moveTo>
                  <a:cubicBezTo>
                    <a:pt x="142444" y="16268"/>
                    <a:pt x="142848" y="13091"/>
                    <a:pt x="142025" y="10121"/>
                  </a:cubicBezTo>
                  <a:cubicBezTo>
                    <a:pt x="141202" y="7150"/>
                    <a:pt x="139220" y="4634"/>
                    <a:pt x="136525" y="3137"/>
                  </a:cubicBezTo>
                  <a:cubicBezTo>
                    <a:pt x="130884" y="4"/>
                    <a:pt x="123773" y="1972"/>
                    <a:pt x="120546" y="7560"/>
                  </a:cubicBezTo>
                  <a:lnTo>
                    <a:pt x="82963" y="73157"/>
                  </a:lnTo>
                  <a:cubicBezTo>
                    <a:pt x="81426" y="75828"/>
                    <a:pt x="81023" y="79004"/>
                    <a:pt x="81846" y="81974"/>
                  </a:cubicBezTo>
                  <a:cubicBezTo>
                    <a:pt x="82669" y="84944"/>
                    <a:pt x="84649" y="87460"/>
                    <a:pt x="87341" y="88959"/>
                  </a:cubicBezTo>
                  <a:cubicBezTo>
                    <a:pt x="92964" y="92092"/>
                    <a:pt x="100121" y="90114"/>
                    <a:pt x="103321" y="84525"/>
                  </a:cubicBezTo>
                  <a:lnTo>
                    <a:pt x="140904" y="18939"/>
                  </a:ln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902065" y="5906452"/>
              <a:ext cx="900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Drizzle ORM</a:t>
              </a:r>
            </a:p>
          </p:txBody>
        </p:sp>
        <p:sp>
          <p:nvSpPr>
            <p:cNvPr id="98" name="Freeform 98"/>
            <p:cNvSpPr/>
            <p:nvPr/>
          </p:nvSpPr>
          <p:spPr>
            <a:xfrm>
              <a:off x="10096489" y="5833573"/>
              <a:ext cx="267025" cy="258395"/>
            </a:xfrm>
            <a:custGeom>
              <a:avLst/>
              <a:gdLst/>
              <a:ahLst/>
              <a:cxnLst/>
              <a:rect l="l" t="t" r="r" b="b"/>
              <a:pathLst>
                <a:path w="267025" h="258395">
                  <a:moveTo>
                    <a:pt x="128305" y="254648"/>
                  </a:moveTo>
                  <a:cubicBezTo>
                    <a:pt x="127355" y="256347"/>
                    <a:pt x="125724" y="257558"/>
                    <a:pt x="123824" y="257976"/>
                  </a:cubicBezTo>
                  <a:cubicBezTo>
                    <a:pt x="121923" y="258395"/>
                    <a:pt x="119934" y="257980"/>
                    <a:pt x="118359" y="256837"/>
                  </a:cubicBezTo>
                  <a:lnTo>
                    <a:pt x="2811" y="172816"/>
                  </a:lnTo>
                  <a:cubicBezTo>
                    <a:pt x="1043" y="171534"/>
                    <a:pt x="0" y="169478"/>
                    <a:pt x="11" y="167293"/>
                  </a:cubicBezTo>
                  <a:lnTo>
                    <a:pt x="11" y="66014"/>
                  </a:lnTo>
                  <a:cubicBezTo>
                    <a:pt x="11" y="60435"/>
                    <a:pt x="6334" y="57212"/>
                    <a:pt x="10846" y="60491"/>
                  </a:cubicBezTo>
                  <a:lnTo>
                    <a:pt x="81499" y="111875"/>
                  </a:lnTo>
                  <a:cubicBezTo>
                    <a:pt x="88100" y="116687"/>
                    <a:pt x="97412" y="114653"/>
                    <a:pt x="101424" y="107541"/>
                  </a:cubicBezTo>
                  <a:lnTo>
                    <a:pt x="159953" y="3506"/>
                  </a:lnTo>
                  <a:cubicBezTo>
                    <a:pt x="161169" y="1364"/>
                    <a:pt x="163436" y="33"/>
                    <a:pt x="165898" y="16"/>
                  </a:cubicBezTo>
                  <a:lnTo>
                    <a:pt x="259855" y="16"/>
                  </a:lnTo>
                  <a:cubicBezTo>
                    <a:pt x="262289" y="0"/>
                    <a:pt x="264546" y="1283"/>
                    <a:pt x="265777" y="3383"/>
                  </a:cubicBezTo>
                  <a:cubicBezTo>
                    <a:pt x="267008" y="5483"/>
                    <a:pt x="267025" y="8080"/>
                    <a:pt x="265822" y="10195"/>
                  </a:cubicBez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0426065" y="5906452"/>
              <a:ext cx="4943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Vitest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101" name="Line 101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196352" y="65893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12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0" grpId="0"/>
      <p:bldP spid="57" grpId="0"/>
      <p:bldP spid="74" grpId="0"/>
      <p:bldP spid="85" grpId="0"/>
      <p:bldP spid="1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9355931" cy="739140"/>
            <a:chOff x="609600" y="584835"/>
            <a:chExt cx="9355931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42090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用测试和契约守住边界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91844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项目零 linter — 所有架构规则都写成会红的 vitest 用例；数据取自 2026-08-20 的 main 分支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28750"/>
            <a:ext cx="2254377" cy="1333500"/>
            <a:chOff x="609600" y="1428750"/>
            <a:chExt cx="2254377" cy="1333500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1981200" cy="1333500"/>
            </a:xfrm>
            <a:prstGeom prst="roundRect">
              <a:avLst>
                <a:gd name="adj" fmla="val 8571"/>
              </a:avLst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47625" cy="5334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0115" y="16773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测试用例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7730" y="1897380"/>
              <a:ext cx="133359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1,031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2020" y="2474595"/>
              <a:ext cx="19419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it() / test()，pnpm test 全绿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57500" y="1428750"/>
            <a:ext cx="1981200" cy="1333500"/>
            <a:chOff x="2857500" y="1428750"/>
            <a:chExt cx="19812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2857500" y="1428750"/>
              <a:ext cx="1981200" cy="1333500"/>
            </a:xfrm>
            <a:prstGeom prst="roundRect">
              <a:avLst>
                <a:gd name="adj" fmla="val 8571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09900" y="1619250"/>
              <a:ext cx="47625" cy="5334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68015" y="16773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测试文件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35630" y="1897380"/>
              <a:ext cx="86433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146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69920" y="2474595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2.35 万行测试代码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05400" y="1428750"/>
            <a:ext cx="1981200" cy="1333500"/>
            <a:chOff x="5105400" y="1428750"/>
            <a:chExt cx="19812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5105400" y="1428750"/>
              <a:ext cx="1981200" cy="1333500"/>
            </a:xfrm>
            <a:prstGeom prst="roundRect">
              <a:avLst>
                <a:gd name="adj" fmla="val 8571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257800" y="1619250"/>
              <a:ext cx="47625" cy="5334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15915" y="1677352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目录级 CLAUDE.md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83530" y="189738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60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17820" y="24745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改代码必须同步该目录文档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353300" y="1428750"/>
            <a:ext cx="1981200" cy="1333500"/>
            <a:chOff x="7353300" y="1428750"/>
            <a:chExt cx="19812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7353300" y="1428750"/>
              <a:ext cx="1981200" cy="1333500"/>
            </a:xfrm>
            <a:prstGeom prst="roundRect">
              <a:avLst>
                <a:gd name="adj" fmla="val 8571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05700" y="1619250"/>
              <a:ext cx="47625" cy="5334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63815" y="16773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commits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31430" y="1897380"/>
              <a:ext cx="100235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294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65720" y="247459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2026-06-13 起，约 10 周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01200" y="1428750"/>
            <a:ext cx="2037493" cy="1333500"/>
            <a:chOff x="9601200" y="1428750"/>
            <a:chExt cx="2037493" cy="1333500"/>
          </a:xfrm>
        </p:grpSpPr>
        <p:sp>
          <p:nvSpPr>
            <p:cNvPr id="31" name="Rectangle 31"/>
            <p:cNvSpPr/>
            <p:nvPr/>
          </p:nvSpPr>
          <p:spPr>
            <a:xfrm>
              <a:off x="9601200" y="1428750"/>
              <a:ext cx="1981200" cy="1333500"/>
            </a:xfrm>
            <a:prstGeom prst="roundRect">
              <a:avLst>
                <a:gd name="adj" fmla="val 8571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753600" y="1619250"/>
              <a:ext cx="47625" cy="5334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911715" y="16773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TypeScript 源码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79330" y="1897380"/>
              <a:ext cx="155442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4.3万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13620" y="2474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行（不含测试），534 个文件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90550" y="3076575"/>
            <a:ext cx="5547217" cy="3119437"/>
            <a:chOff x="590550" y="3076575"/>
            <a:chExt cx="5547217" cy="3119437"/>
          </a:xfrm>
        </p:grpSpPr>
        <p:sp>
          <p:nvSpPr>
            <p:cNvPr id="37" name="TextBox 37"/>
            <p:cNvSpPr txBox="1"/>
            <p:nvPr/>
          </p:nvSpPr>
          <p:spPr>
            <a:xfrm>
              <a:off x="590550" y="3076575"/>
              <a:ext cx="32585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守卫测试：架构规则是可执行的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23888" y="3462338"/>
              <a:ext cx="200025" cy="200025"/>
              <a:chOff x="623888" y="3462338"/>
              <a:chExt cx="200025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31031" y="3469481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85738" y="92869"/>
                    </a:moveTo>
                    <a:cubicBezTo>
                      <a:pt x="185738" y="104040"/>
                      <a:pt x="169825" y="112469"/>
                      <a:pt x="165485" y="122953"/>
                    </a:cubicBezTo>
                    <a:cubicBezTo>
                      <a:pt x="161306" y="133061"/>
                      <a:pt x="166753" y="150322"/>
                      <a:pt x="158538" y="158538"/>
                    </a:cubicBezTo>
                    <a:cubicBezTo>
                      <a:pt x="150322" y="166753"/>
                      <a:pt x="133061" y="161306"/>
                      <a:pt x="122953" y="165485"/>
                    </a:cubicBezTo>
                    <a:cubicBezTo>
                      <a:pt x="112514" y="169825"/>
                      <a:pt x="104031" y="185738"/>
                      <a:pt x="92869" y="185738"/>
                    </a:cubicBezTo>
                    <a:cubicBezTo>
                      <a:pt x="81707" y="185738"/>
                      <a:pt x="73223" y="169825"/>
                      <a:pt x="62785" y="165485"/>
                    </a:cubicBezTo>
                    <a:cubicBezTo>
                      <a:pt x="52676" y="161306"/>
                      <a:pt x="35415" y="166753"/>
                      <a:pt x="27200" y="158538"/>
                    </a:cubicBezTo>
                    <a:cubicBezTo>
                      <a:pt x="18985" y="150322"/>
                      <a:pt x="24432" y="133061"/>
                      <a:pt x="20253" y="122953"/>
                    </a:cubicBezTo>
                    <a:cubicBezTo>
                      <a:pt x="15913" y="112514"/>
                      <a:pt x="0" y="104031"/>
                      <a:pt x="0" y="92869"/>
                    </a:cubicBezTo>
                    <a:cubicBezTo>
                      <a:pt x="0" y="81707"/>
                      <a:pt x="15913" y="73223"/>
                      <a:pt x="20253" y="62785"/>
                    </a:cubicBezTo>
                    <a:cubicBezTo>
                      <a:pt x="24432" y="52685"/>
                      <a:pt x="18985" y="35415"/>
                      <a:pt x="27200" y="27200"/>
                    </a:cubicBezTo>
                    <a:cubicBezTo>
                      <a:pt x="35415" y="18985"/>
                      <a:pt x="52685" y="24432"/>
                      <a:pt x="62785" y="20253"/>
                    </a:cubicBezTo>
                    <a:cubicBezTo>
                      <a:pt x="73268" y="15913"/>
                      <a:pt x="81707" y="0"/>
                      <a:pt x="92869" y="0"/>
                    </a:cubicBezTo>
                    <a:cubicBezTo>
                      <a:pt x="104031" y="0"/>
                      <a:pt x="112514" y="15913"/>
                      <a:pt x="122953" y="20253"/>
                    </a:cubicBezTo>
                    <a:cubicBezTo>
                      <a:pt x="133061" y="24432"/>
                      <a:pt x="150322" y="18985"/>
                      <a:pt x="158538" y="27200"/>
                    </a:cubicBezTo>
                    <a:cubicBezTo>
                      <a:pt x="166753" y="35415"/>
                      <a:pt x="161306" y="52676"/>
                      <a:pt x="165485" y="62785"/>
                    </a:cubicBezTo>
                    <a:cubicBezTo>
                      <a:pt x="169825" y="73268"/>
                      <a:pt x="185738" y="81707"/>
                      <a:pt x="185738" y="92869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23888" y="3462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87398" y="77528"/>
                    </a:moveTo>
                    <a:cubicBezTo>
                      <a:pt x="184032" y="74009"/>
                      <a:pt x="180549" y="70384"/>
                      <a:pt x="179237" y="67196"/>
                    </a:cubicBezTo>
                    <a:cubicBezTo>
                      <a:pt x="178022" y="64276"/>
                      <a:pt x="177951" y="59436"/>
                      <a:pt x="177879" y="54748"/>
                    </a:cubicBezTo>
                    <a:cubicBezTo>
                      <a:pt x="177745" y="46033"/>
                      <a:pt x="177603" y="36156"/>
                      <a:pt x="170736" y="29289"/>
                    </a:cubicBezTo>
                    <a:cubicBezTo>
                      <a:pt x="163869" y="22422"/>
                      <a:pt x="153992" y="22280"/>
                      <a:pt x="145277" y="22146"/>
                    </a:cubicBezTo>
                    <a:cubicBezTo>
                      <a:pt x="140589" y="22074"/>
                      <a:pt x="135749" y="22003"/>
                      <a:pt x="132829" y="20788"/>
                    </a:cubicBezTo>
                    <a:cubicBezTo>
                      <a:pt x="129650" y="19476"/>
                      <a:pt x="126016" y="15993"/>
                      <a:pt x="122497" y="12627"/>
                    </a:cubicBezTo>
                    <a:cubicBezTo>
                      <a:pt x="116336" y="6706"/>
                      <a:pt x="109335" y="0"/>
                      <a:pt x="100012" y="0"/>
                    </a:cubicBezTo>
                    <a:cubicBezTo>
                      <a:pt x="90690" y="0"/>
                      <a:pt x="83698" y="6706"/>
                      <a:pt x="77528" y="12627"/>
                    </a:cubicBezTo>
                    <a:cubicBezTo>
                      <a:pt x="74009" y="15993"/>
                      <a:pt x="70384" y="19476"/>
                      <a:pt x="67196" y="20788"/>
                    </a:cubicBezTo>
                    <a:cubicBezTo>
                      <a:pt x="64294" y="22003"/>
                      <a:pt x="59436" y="22074"/>
                      <a:pt x="54748" y="22146"/>
                    </a:cubicBezTo>
                    <a:cubicBezTo>
                      <a:pt x="46033" y="22280"/>
                      <a:pt x="36156" y="22422"/>
                      <a:pt x="29289" y="29289"/>
                    </a:cubicBezTo>
                    <a:cubicBezTo>
                      <a:pt x="22422" y="36156"/>
                      <a:pt x="22324" y="46033"/>
                      <a:pt x="22146" y="54748"/>
                    </a:cubicBezTo>
                    <a:cubicBezTo>
                      <a:pt x="22074" y="59436"/>
                      <a:pt x="22003" y="64276"/>
                      <a:pt x="20788" y="67196"/>
                    </a:cubicBezTo>
                    <a:cubicBezTo>
                      <a:pt x="19476" y="70375"/>
                      <a:pt x="15993" y="74009"/>
                      <a:pt x="12627" y="77528"/>
                    </a:cubicBezTo>
                    <a:cubicBezTo>
                      <a:pt x="6706" y="83689"/>
                      <a:pt x="0" y="90690"/>
                      <a:pt x="0" y="100012"/>
                    </a:cubicBezTo>
                    <a:cubicBezTo>
                      <a:pt x="0" y="109335"/>
                      <a:pt x="6706" y="116327"/>
                      <a:pt x="12627" y="122497"/>
                    </a:cubicBezTo>
                    <a:cubicBezTo>
                      <a:pt x="15993" y="126016"/>
                      <a:pt x="19476" y="129641"/>
                      <a:pt x="20788" y="132829"/>
                    </a:cubicBezTo>
                    <a:cubicBezTo>
                      <a:pt x="22003" y="135749"/>
                      <a:pt x="22074" y="140589"/>
                      <a:pt x="22146" y="145277"/>
                    </a:cubicBezTo>
                    <a:cubicBezTo>
                      <a:pt x="22280" y="153992"/>
                      <a:pt x="22422" y="163869"/>
                      <a:pt x="29289" y="170736"/>
                    </a:cubicBezTo>
                    <a:cubicBezTo>
                      <a:pt x="36156" y="177603"/>
                      <a:pt x="46033" y="177745"/>
                      <a:pt x="54748" y="177879"/>
                    </a:cubicBezTo>
                    <a:cubicBezTo>
                      <a:pt x="59436" y="177951"/>
                      <a:pt x="64276" y="178022"/>
                      <a:pt x="67196" y="179237"/>
                    </a:cubicBezTo>
                    <a:cubicBezTo>
                      <a:pt x="70375" y="180549"/>
                      <a:pt x="74009" y="184032"/>
                      <a:pt x="77528" y="187398"/>
                    </a:cubicBezTo>
                    <a:cubicBezTo>
                      <a:pt x="83689" y="193319"/>
                      <a:pt x="90690" y="200025"/>
                      <a:pt x="100012" y="200025"/>
                    </a:cubicBezTo>
                    <a:cubicBezTo>
                      <a:pt x="109335" y="200025"/>
                      <a:pt x="116327" y="193319"/>
                      <a:pt x="122497" y="187398"/>
                    </a:cubicBezTo>
                    <a:cubicBezTo>
                      <a:pt x="126016" y="184032"/>
                      <a:pt x="129641" y="180549"/>
                      <a:pt x="132829" y="179237"/>
                    </a:cubicBezTo>
                    <a:cubicBezTo>
                      <a:pt x="135749" y="178022"/>
                      <a:pt x="140589" y="177951"/>
                      <a:pt x="145277" y="177879"/>
                    </a:cubicBezTo>
                    <a:cubicBezTo>
                      <a:pt x="153992" y="177745"/>
                      <a:pt x="163869" y="177603"/>
                      <a:pt x="170736" y="170736"/>
                    </a:cubicBezTo>
                    <a:cubicBezTo>
                      <a:pt x="177603" y="163869"/>
                      <a:pt x="177745" y="153992"/>
                      <a:pt x="177879" y="145277"/>
                    </a:cubicBezTo>
                    <a:cubicBezTo>
                      <a:pt x="177951" y="140589"/>
                      <a:pt x="178022" y="135749"/>
                      <a:pt x="179237" y="132829"/>
                    </a:cubicBezTo>
                    <a:cubicBezTo>
                      <a:pt x="180549" y="129650"/>
                      <a:pt x="184032" y="126016"/>
                      <a:pt x="187398" y="122497"/>
                    </a:cubicBezTo>
                    <a:cubicBezTo>
                      <a:pt x="193319" y="116336"/>
                      <a:pt x="200025" y="109335"/>
                      <a:pt x="200025" y="100012"/>
                    </a:cubicBezTo>
                    <a:cubicBezTo>
                      <a:pt x="200025" y="90690"/>
                      <a:pt x="193319" y="83698"/>
                      <a:pt x="187398" y="77528"/>
                    </a:cubicBezTo>
                    <a:close/>
                    <a:moveTo>
                      <a:pt x="177085" y="112612"/>
                    </a:moveTo>
                    <a:cubicBezTo>
                      <a:pt x="172807" y="117077"/>
                      <a:pt x="168378" y="121694"/>
                      <a:pt x="166030" y="127364"/>
                    </a:cubicBezTo>
                    <a:cubicBezTo>
                      <a:pt x="163779" y="132811"/>
                      <a:pt x="163681" y="139035"/>
                      <a:pt x="163592" y="145063"/>
                    </a:cubicBezTo>
                    <a:cubicBezTo>
                      <a:pt x="163503" y="151314"/>
                      <a:pt x="163404" y="157859"/>
                      <a:pt x="160627" y="160627"/>
                    </a:cubicBezTo>
                    <a:cubicBezTo>
                      <a:pt x="157850" y="163395"/>
                      <a:pt x="151349" y="163503"/>
                      <a:pt x="145063" y="163592"/>
                    </a:cubicBezTo>
                    <a:cubicBezTo>
                      <a:pt x="139035" y="163681"/>
                      <a:pt x="132811" y="163779"/>
                      <a:pt x="127364" y="166030"/>
                    </a:cubicBezTo>
                    <a:cubicBezTo>
                      <a:pt x="121694" y="168378"/>
                      <a:pt x="117077" y="172807"/>
                      <a:pt x="112612" y="177085"/>
                    </a:cubicBezTo>
                    <a:cubicBezTo>
                      <a:pt x="108147" y="181362"/>
                      <a:pt x="103584" y="185738"/>
                      <a:pt x="100012" y="185738"/>
                    </a:cubicBezTo>
                    <a:cubicBezTo>
                      <a:pt x="96441" y="185738"/>
                      <a:pt x="91842" y="181344"/>
                      <a:pt x="87413" y="177085"/>
                    </a:cubicBezTo>
                    <a:cubicBezTo>
                      <a:pt x="82984" y="172825"/>
                      <a:pt x="78331" y="168378"/>
                      <a:pt x="72661" y="166030"/>
                    </a:cubicBezTo>
                    <a:cubicBezTo>
                      <a:pt x="67214" y="163779"/>
                      <a:pt x="60990" y="163681"/>
                      <a:pt x="54962" y="163592"/>
                    </a:cubicBezTo>
                    <a:cubicBezTo>
                      <a:pt x="48711" y="163503"/>
                      <a:pt x="42166" y="163404"/>
                      <a:pt x="39398" y="160627"/>
                    </a:cubicBezTo>
                    <a:cubicBezTo>
                      <a:pt x="36630" y="157850"/>
                      <a:pt x="36522" y="151349"/>
                      <a:pt x="36433" y="145063"/>
                    </a:cubicBezTo>
                    <a:cubicBezTo>
                      <a:pt x="36344" y="139035"/>
                      <a:pt x="36246" y="132811"/>
                      <a:pt x="33995" y="127364"/>
                    </a:cubicBezTo>
                    <a:cubicBezTo>
                      <a:pt x="31647" y="121694"/>
                      <a:pt x="27218" y="117077"/>
                      <a:pt x="22940" y="112612"/>
                    </a:cubicBezTo>
                    <a:cubicBezTo>
                      <a:pt x="18663" y="108147"/>
                      <a:pt x="14288" y="103584"/>
                      <a:pt x="14288" y="100012"/>
                    </a:cubicBezTo>
                    <a:cubicBezTo>
                      <a:pt x="14288" y="96441"/>
                      <a:pt x="18681" y="91842"/>
                      <a:pt x="22940" y="87413"/>
                    </a:cubicBezTo>
                    <a:cubicBezTo>
                      <a:pt x="27200" y="82984"/>
                      <a:pt x="31647" y="78331"/>
                      <a:pt x="33995" y="72661"/>
                    </a:cubicBezTo>
                    <a:cubicBezTo>
                      <a:pt x="36246" y="67214"/>
                      <a:pt x="36344" y="60990"/>
                      <a:pt x="36433" y="54962"/>
                    </a:cubicBezTo>
                    <a:cubicBezTo>
                      <a:pt x="36522" y="48711"/>
                      <a:pt x="36621" y="42166"/>
                      <a:pt x="39398" y="39398"/>
                    </a:cubicBezTo>
                    <a:cubicBezTo>
                      <a:pt x="42175" y="36630"/>
                      <a:pt x="48676" y="36522"/>
                      <a:pt x="54962" y="36433"/>
                    </a:cubicBezTo>
                    <a:cubicBezTo>
                      <a:pt x="60990" y="36344"/>
                      <a:pt x="67214" y="36246"/>
                      <a:pt x="72661" y="33995"/>
                    </a:cubicBezTo>
                    <a:cubicBezTo>
                      <a:pt x="78331" y="31647"/>
                      <a:pt x="82948" y="27218"/>
                      <a:pt x="87413" y="22940"/>
                    </a:cubicBezTo>
                    <a:cubicBezTo>
                      <a:pt x="91878" y="18663"/>
                      <a:pt x="96441" y="14288"/>
                      <a:pt x="100012" y="14288"/>
                    </a:cubicBezTo>
                    <a:cubicBezTo>
                      <a:pt x="103584" y="14288"/>
                      <a:pt x="108183" y="18681"/>
                      <a:pt x="112612" y="22940"/>
                    </a:cubicBezTo>
                    <a:cubicBezTo>
                      <a:pt x="117041" y="27200"/>
                      <a:pt x="121694" y="31647"/>
                      <a:pt x="127364" y="33995"/>
                    </a:cubicBezTo>
                    <a:cubicBezTo>
                      <a:pt x="132811" y="36246"/>
                      <a:pt x="139035" y="36344"/>
                      <a:pt x="145063" y="36433"/>
                    </a:cubicBezTo>
                    <a:cubicBezTo>
                      <a:pt x="151314" y="36522"/>
                      <a:pt x="157859" y="36621"/>
                      <a:pt x="160627" y="39398"/>
                    </a:cubicBezTo>
                    <a:cubicBezTo>
                      <a:pt x="163395" y="42175"/>
                      <a:pt x="163503" y="48676"/>
                      <a:pt x="163592" y="54962"/>
                    </a:cubicBezTo>
                    <a:cubicBezTo>
                      <a:pt x="163681" y="60990"/>
                      <a:pt x="163779" y="67214"/>
                      <a:pt x="166030" y="72661"/>
                    </a:cubicBezTo>
                    <a:cubicBezTo>
                      <a:pt x="168378" y="78331"/>
                      <a:pt x="172807" y="82948"/>
                      <a:pt x="177085" y="87413"/>
                    </a:cubicBezTo>
                    <a:cubicBezTo>
                      <a:pt x="181362" y="91878"/>
                      <a:pt x="185738" y="96441"/>
                      <a:pt x="185738" y="100012"/>
                    </a:cubicBezTo>
                    <a:cubicBezTo>
                      <a:pt x="185738" y="103584"/>
                      <a:pt x="181344" y="108183"/>
                      <a:pt x="177085" y="112612"/>
                    </a:cubicBezTo>
                    <a:close/>
                    <a:moveTo>
                      <a:pt x="140785" y="73527"/>
                    </a:moveTo>
                    <a:cubicBezTo>
                      <a:pt x="142127" y="74867"/>
                      <a:pt x="142881" y="76685"/>
                      <a:pt x="142881" y="78581"/>
                    </a:cubicBezTo>
                    <a:cubicBezTo>
                      <a:pt x="142881" y="80477"/>
                      <a:pt x="142127" y="82296"/>
                      <a:pt x="140785" y="83635"/>
                    </a:cubicBezTo>
                    <a:lnTo>
                      <a:pt x="90779" y="133642"/>
                    </a:lnTo>
                    <a:cubicBezTo>
                      <a:pt x="89439" y="134983"/>
                      <a:pt x="87621" y="135737"/>
                      <a:pt x="85725" y="135737"/>
                    </a:cubicBezTo>
                    <a:cubicBezTo>
                      <a:pt x="83829" y="135737"/>
                      <a:pt x="82011" y="134983"/>
                      <a:pt x="80671" y="133642"/>
                    </a:cubicBezTo>
                    <a:lnTo>
                      <a:pt x="59240" y="112210"/>
                    </a:lnTo>
                    <a:cubicBezTo>
                      <a:pt x="56448" y="109419"/>
                      <a:pt x="56448" y="104893"/>
                      <a:pt x="59240" y="102102"/>
                    </a:cubicBezTo>
                    <a:cubicBezTo>
                      <a:pt x="62031" y="99311"/>
                      <a:pt x="66557" y="99311"/>
                      <a:pt x="69348" y="102102"/>
                    </a:cubicBezTo>
                    <a:lnTo>
                      <a:pt x="85725" y="118488"/>
                    </a:lnTo>
                    <a:lnTo>
                      <a:pt x="130677" y="73527"/>
                    </a:lnTo>
                    <a:cubicBezTo>
                      <a:pt x="132017" y="72186"/>
                      <a:pt x="133835" y="71432"/>
                      <a:pt x="135731" y="71432"/>
                    </a:cubicBezTo>
                    <a:cubicBezTo>
                      <a:pt x="137627" y="71432"/>
                      <a:pt x="139446" y="72186"/>
                      <a:pt x="140785" y="73527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17258" y="3462814"/>
              <a:ext cx="17921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平台接入完整性契约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0115" y="3696652"/>
              <a:ext cx="48802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TS AST 对账 app / welcome / build / test 各层 Adapter，漏一层即红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37335" y="4068721"/>
              <a:ext cx="172290" cy="130258"/>
              <a:chOff x="637335" y="4068721"/>
              <a:chExt cx="172290" cy="13025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45319" y="4076700"/>
                <a:ext cx="15716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14300">
                    <a:moveTo>
                      <a:pt x="157162" y="7144"/>
                    </a:moveTo>
                    <a:lnTo>
                      <a:pt x="157162" y="114300"/>
                    </a:lnTo>
                    <a:lnTo>
                      <a:pt x="0" y="114300"/>
                    </a:lnTo>
                    <a:lnTo>
                      <a:pt x="0" y="0"/>
                    </a:lnTo>
                    <a:lnTo>
                      <a:pt x="150019" y="0"/>
                    </a:lnTo>
                    <a:cubicBezTo>
                      <a:pt x="153964" y="0"/>
                      <a:pt x="157162" y="3198"/>
                      <a:pt x="157162" y="7144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37335" y="4068721"/>
                <a:ext cx="172290" cy="130258"/>
              </a:xfrm>
              <a:custGeom>
                <a:avLst/>
                <a:gdLst/>
                <a:ahLst/>
                <a:cxnLst/>
                <a:rect l="l" t="t" r="r" b="b"/>
                <a:pathLst>
                  <a:path w="172290" h="130258">
                    <a:moveTo>
                      <a:pt x="77019" y="70487"/>
                    </a:moveTo>
                    <a:lnTo>
                      <a:pt x="12725" y="127637"/>
                    </a:lnTo>
                    <a:cubicBezTo>
                      <a:pt x="9766" y="130258"/>
                      <a:pt x="5242" y="129984"/>
                      <a:pt x="2621" y="127025"/>
                    </a:cubicBezTo>
                    <a:cubicBezTo>
                      <a:pt x="0" y="124066"/>
                      <a:pt x="274" y="119542"/>
                      <a:pt x="3233" y="116921"/>
                    </a:cubicBezTo>
                    <a:lnTo>
                      <a:pt x="61562" y="65129"/>
                    </a:lnTo>
                    <a:lnTo>
                      <a:pt x="3242" y="13337"/>
                    </a:lnTo>
                    <a:cubicBezTo>
                      <a:pt x="283" y="10716"/>
                      <a:pt x="9" y="6192"/>
                      <a:pt x="2630" y="3233"/>
                    </a:cubicBezTo>
                    <a:cubicBezTo>
                      <a:pt x="5251" y="274"/>
                      <a:pt x="9775" y="0"/>
                      <a:pt x="12734" y="2621"/>
                    </a:cubicBezTo>
                    <a:lnTo>
                      <a:pt x="77028" y="59771"/>
                    </a:lnTo>
                    <a:cubicBezTo>
                      <a:pt x="78566" y="61127"/>
                      <a:pt x="79446" y="63079"/>
                      <a:pt x="79446" y="65129"/>
                    </a:cubicBezTo>
                    <a:cubicBezTo>
                      <a:pt x="79446" y="67179"/>
                      <a:pt x="78566" y="69131"/>
                      <a:pt x="77028" y="70487"/>
                    </a:cubicBezTo>
                    <a:close/>
                    <a:moveTo>
                      <a:pt x="165146" y="115135"/>
                    </a:moveTo>
                    <a:lnTo>
                      <a:pt x="79421" y="115135"/>
                    </a:lnTo>
                    <a:cubicBezTo>
                      <a:pt x="75476" y="115135"/>
                      <a:pt x="72277" y="118334"/>
                      <a:pt x="72277" y="122279"/>
                    </a:cubicBezTo>
                    <a:cubicBezTo>
                      <a:pt x="72277" y="126224"/>
                      <a:pt x="75476" y="129423"/>
                      <a:pt x="79421" y="129423"/>
                    </a:cubicBezTo>
                    <a:lnTo>
                      <a:pt x="165146" y="129423"/>
                    </a:lnTo>
                    <a:cubicBezTo>
                      <a:pt x="169091" y="129423"/>
                      <a:pt x="172290" y="126224"/>
                      <a:pt x="172290" y="122279"/>
                    </a:cubicBezTo>
                    <a:cubicBezTo>
                      <a:pt x="172290" y="118334"/>
                      <a:pt x="169091" y="115135"/>
                      <a:pt x="165146" y="115135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17258" y="403431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i18n 硬编码守卫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0115" y="4268152"/>
              <a:ext cx="4059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扫描全部 entrypoints/**/*.tsx，剥注释后含 CJK 即 fail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630115" y="4611565"/>
              <a:ext cx="187596" cy="187596"/>
              <a:chOff x="630115" y="4611565"/>
              <a:chExt cx="187596" cy="18759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37621" y="4619054"/>
                <a:ext cx="172638" cy="172647"/>
              </a:xfrm>
              <a:custGeom>
                <a:avLst/>
                <a:gdLst/>
                <a:ahLst/>
                <a:cxnLst/>
                <a:rect l="l" t="t" r="r" b="b"/>
                <a:pathLst>
                  <a:path w="172638" h="172647">
                    <a:moveTo>
                      <a:pt x="157591" y="81992"/>
                    </a:moveTo>
                    <a:lnTo>
                      <a:pt x="172575" y="63240"/>
                    </a:lnTo>
                    <a:cubicBezTo>
                      <a:pt x="170554" y="55643"/>
                      <a:pt x="167530" y="48349"/>
                      <a:pt x="163583" y="41550"/>
                    </a:cubicBezTo>
                    <a:lnTo>
                      <a:pt x="139741" y="38871"/>
                    </a:lnTo>
                    <a:cubicBezTo>
                      <a:pt x="137836" y="36725"/>
                      <a:pt x="135805" y="34694"/>
                      <a:pt x="133660" y="32790"/>
                    </a:cubicBezTo>
                    <a:lnTo>
                      <a:pt x="130981" y="8939"/>
                    </a:lnTo>
                    <a:cubicBezTo>
                      <a:pt x="124175" y="5015"/>
                      <a:pt x="116878" y="2012"/>
                      <a:pt x="109282" y="9"/>
                    </a:cubicBezTo>
                    <a:lnTo>
                      <a:pt x="90529" y="14984"/>
                    </a:lnTo>
                    <a:cubicBezTo>
                      <a:pt x="87662" y="14814"/>
                      <a:pt x="84788" y="14814"/>
                      <a:pt x="81921" y="14984"/>
                    </a:cubicBezTo>
                    <a:lnTo>
                      <a:pt x="63169" y="0"/>
                    </a:lnTo>
                    <a:cubicBezTo>
                      <a:pt x="55596" y="2027"/>
                      <a:pt x="48326" y="5051"/>
                      <a:pt x="41550" y="8992"/>
                    </a:cubicBezTo>
                    <a:lnTo>
                      <a:pt x="38871" y="32834"/>
                    </a:lnTo>
                    <a:cubicBezTo>
                      <a:pt x="36725" y="34739"/>
                      <a:pt x="34694" y="36770"/>
                      <a:pt x="32790" y="38916"/>
                    </a:cubicBezTo>
                    <a:lnTo>
                      <a:pt x="8939" y="41594"/>
                    </a:lnTo>
                    <a:cubicBezTo>
                      <a:pt x="5015" y="48401"/>
                      <a:pt x="2012" y="55697"/>
                      <a:pt x="9" y="63294"/>
                    </a:cubicBezTo>
                    <a:lnTo>
                      <a:pt x="14984" y="82046"/>
                    </a:lnTo>
                    <a:cubicBezTo>
                      <a:pt x="14814" y="84913"/>
                      <a:pt x="14814" y="87787"/>
                      <a:pt x="14984" y="90654"/>
                    </a:cubicBezTo>
                    <a:lnTo>
                      <a:pt x="0" y="109407"/>
                    </a:lnTo>
                    <a:cubicBezTo>
                      <a:pt x="2021" y="117004"/>
                      <a:pt x="5045" y="124298"/>
                      <a:pt x="8992" y="131097"/>
                    </a:cubicBezTo>
                    <a:lnTo>
                      <a:pt x="32834" y="133776"/>
                    </a:lnTo>
                    <a:cubicBezTo>
                      <a:pt x="34739" y="135922"/>
                      <a:pt x="36770" y="137952"/>
                      <a:pt x="38916" y="139857"/>
                    </a:cubicBezTo>
                    <a:lnTo>
                      <a:pt x="41594" y="163708"/>
                    </a:lnTo>
                    <a:cubicBezTo>
                      <a:pt x="48401" y="167631"/>
                      <a:pt x="55697" y="170634"/>
                      <a:pt x="63294" y="172638"/>
                    </a:cubicBezTo>
                    <a:lnTo>
                      <a:pt x="82046" y="157663"/>
                    </a:lnTo>
                    <a:cubicBezTo>
                      <a:pt x="84913" y="157832"/>
                      <a:pt x="87787" y="157832"/>
                      <a:pt x="90654" y="157663"/>
                    </a:cubicBezTo>
                    <a:lnTo>
                      <a:pt x="109407" y="172647"/>
                    </a:lnTo>
                    <a:cubicBezTo>
                      <a:pt x="117004" y="170626"/>
                      <a:pt x="124298" y="167602"/>
                      <a:pt x="131097" y="163654"/>
                    </a:cubicBezTo>
                    <a:lnTo>
                      <a:pt x="133776" y="139812"/>
                    </a:lnTo>
                    <a:cubicBezTo>
                      <a:pt x="135922" y="137907"/>
                      <a:pt x="137952" y="135877"/>
                      <a:pt x="139857" y="133731"/>
                    </a:cubicBezTo>
                    <a:lnTo>
                      <a:pt x="163708" y="131052"/>
                    </a:lnTo>
                    <a:cubicBezTo>
                      <a:pt x="167631" y="124246"/>
                      <a:pt x="170634" y="116949"/>
                      <a:pt x="172638" y="109353"/>
                    </a:cubicBezTo>
                    <a:lnTo>
                      <a:pt x="157663" y="90601"/>
                    </a:lnTo>
                    <a:cubicBezTo>
                      <a:pt x="157808" y="87732"/>
                      <a:pt x="157785" y="84858"/>
                      <a:pt x="157591" y="81992"/>
                    </a:cubicBezTo>
                    <a:close/>
                    <a:moveTo>
                      <a:pt x="86279" y="122015"/>
                    </a:moveTo>
                    <a:cubicBezTo>
                      <a:pt x="66552" y="122015"/>
                      <a:pt x="50560" y="106023"/>
                      <a:pt x="50560" y="86297"/>
                    </a:cubicBezTo>
                    <a:cubicBezTo>
                      <a:pt x="50560" y="66570"/>
                      <a:pt x="66552" y="50578"/>
                      <a:pt x="86279" y="50578"/>
                    </a:cubicBezTo>
                    <a:cubicBezTo>
                      <a:pt x="106006" y="50578"/>
                      <a:pt x="121997" y="66570"/>
                      <a:pt x="121997" y="86297"/>
                    </a:cubicBezTo>
                    <a:cubicBezTo>
                      <a:pt x="121997" y="106023"/>
                      <a:pt x="106006" y="122015"/>
                      <a:pt x="86279" y="122015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30115" y="4611565"/>
                <a:ext cx="187596" cy="187596"/>
              </a:xfrm>
              <a:custGeom>
                <a:avLst/>
                <a:gdLst/>
                <a:ahLst/>
                <a:cxnLst/>
                <a:rect l="l" t="t" r="r" b="b"/>
                <a:pathLst>
                  <a:path w="187596" h="187596">
                    <a:moveTo>
                      <a:pt x="93785" y="50922"/>
                    </a:moveTo>
                    <a:cubicBezTo>
                      <a:pt x="70112" y="50922"/>
                      <a:pt x="50922" y="70112"/>
                      <a:pt x="50922" y="93785"/>
                    </a:cubicBezTo>
                    <a:cubicBezTo>
                      <a:pt x="50922" y="117457"/>
                      <a:pt x="70112" y="136647"/>
                      <a:pt x="93785" y="136647"/>
                    </a:cubicBezTo>
                    <a:cubicBezTo>
                      <a:pt x="117457" y="136647"/>
                      <a:pt x="136647" y="117457"/>
                      <a:pt x="136647" y="93785"/>
                    </a:cubicBezTo>
                    <a:cubicBezTo>
                      <a:pt x="136623" y="70123"/>
                      <a:pt x="117447" y="50947"/>
                      <a:pt x="93785" y="50922"/>
                    </a:cubicBezTo>
                    <a:close/>
                    <a:moveTo>
                      <a:pt x="93785" y="122360"/>
                    </a:moveTo>
                    <a:cubicBezTo>
                      <a:pt x="78003" y="122360"/>
                      <a:pt x="65210" y="109566"/>
                      <a:pt x="65210" y="93785"/>
                    </a:cubicBezTo>
                    <a:cubicBezTo>
                      <a:pt x="65210" y="78003"/>
                      <a:pt x="78003" y="65210"/>
                      <a:pt x="93785" y="65210"/>
                    </a:cubicBezTo>
                    <a:cubicBezTo>
                      <a:pt x="109566" y="65210"/>
                      <a:pt x="122360" y="78003"/>
                      <a:pt x="122360" y="93785"/>
                    </a:cubicBezTo>
                    <a:cubicBezTo>
                      <a:pt x="122360" y="109566"/>
                      <a:pt x="109566" y="122360"/>
                      <a:pt x="93785" y="122360"/>
                    </a:cubicBezTo>
                    <a:close/>
                    <a:moveTo>
                      <a:pt x="172366" y="95714"/>
                    </a:moveTo>
                    <a:cubicBezTo>
                      <a:pt x="172402" y="94428"/>
                      <a:pt x="172402" y="93142"/>
                      <a:pt x="172366" y="91856"/>
                    </a:cubicBezTo>
                    <a:lnTo>
                      <a:pt x="185689" y="75211"/>
                    </a:lnTo>
                    <a:cubicBezTo>
                      <a:pt x="187106" y="73439"/>
                      <a:pt x="187596" y="71099"/>
                      <a:pt x="187011" y="68907"/>
                    </a:cubicBezTo>
                    <a:cubicBezTo>
                      <a:pt x="184823" y="60698"/>
                      <a:pt x="181556" y="52816"/>
                      <a:pt x="177295" y="45466"/>
                    </a:cubicBezTo>
                    <a:cubicBezTo>
                      <a:pt x="176163" y="43517"/>
                      <a:pt x="174177" y="42216"/>
                      <a:pt x="171937" y="41957"/>
                    </a:cubicBezTo>
                    <a:lnTo>
                      <a:pt x="150756" y="39599"/>
                    </a:lnTo>
                    <a:cubicBezTo>
                      <a:pt x="149875" y="38671"/>
                      <a:pt x="148982" y="37778"/>
                      <a:pt x="148077" y="36921"/>
                    </a:cubicBezTo>
                    <a:lnTo>
                      <a:pt x="145577" y="15686"/>
                    </a:lnTo>
                    <a:cubicBezTo>
                      <a:pt x="145316" y="13444"/>
                      <a:pt x="144012" y="11458"/>
                      <a:pt x="142059" y="10328"/>
                    </a:cubicBezTo>
                    <a:cubicBezTo>
                      <a:pt x="134710" y="6071"/>
                      <a:pt x="126827" y="2810"/>
                      <a:pt x="118618" y="630"/>
                    </a:cubicBezTo>
                    <a:cubicBezTo>
                      <a:pt x="116426" y="45"/>
                      <a:pt x="114086" y="535"/>
                      <a:pt x="112314" y="1952"/>
                    </a:cubicBezTo>
                    <a:lnTo>
                      <a:pt x="95714" y="15204"/>
                    </a:lnTo>
                    <a:cubicBezTo>
                      <a:pt x="94428" y="15204"/>
                      <a:pt x="93142" y="15204"/>
                      <a:pt x="91856" y="15204"/>
                    </a:cubicBezTo>
                    <a:lnTo>
                      <a:pt x="75211" y="1907"/>
                    </a:lnTo>
                    <a:cubicBezTo>
                      <a:pt x="73439" y="491"/>
                      <a:pt x="71099" y="0"/>
                      <a:pt x="68907" y="586"/>
                    </a:cubicBezTo>
                    <a:cubicBezTo>
                      <a:pt x="60698" y="2774"/>
                      <a:pt x="52816" y="6041"/>
                      <a:pt x="45466" y="10301"/>
                    </a:cubicBezTo>
                    <a:cubicBezTo>
                      <a:pt x="43517" y="11433"/>
                      <a:pt x="42216" y="13419"/>
                      <a:pt x="41957" y="15659"/>
                    </a:cubicBezTo>
                    <a:lnTo>
                      <a:pt x="39599" y="36876"/>
                    </a:lnTo>
                    <a:cubicBezTo>
                      <a:pt x="38671" y="37763"/>
                      <a:pt x="37778" y="38656"/>
                      <a:pt x="36921" y="39555"/>
                    </a:cubicBezTo>
                    <a:lnTo>
                      <a:pt x="15686" y="41993"/>
                    </a:lnTo>
                    <a:cubicBezTo>
                      <a:pt x="13444" y="42253"/>
                      <a:pt x="11458" y="43558"/>
                      <a:pt x="10328" y="45511"/>
                    </a:cubicBezTo>
                    <a:cubicBezTo>
                      <a:pt x="6072" y="52862"/>
                      <a:pt x="2808" y="60744"/>
                      <a:pt x="621" y="68951"/>
                    </a:cubicBezTo>
                    <a:cubicBezTo>
                      <a:pt x="38" y="71145"/>
                      <a:pt x="532" y="73485"/>
                      <a:pt x="1952" y="75256"/>
                    </a:cubicBezTo>
                    <a:lnTo>
                      <a:pt x="15204" y="91856"/>
                    </a:lnTo>
                    <a:cubicBezTo>
                      <a:pt x="15204" y="93142"/>
                      <a:pt x="15204" y="94428"/>
                      <a:pt x="15204" y="95714"/>
                    </a:cubicBezTo>
                    <a:lnTo>
                      <a:pt x="1907" y="112359"/>
                    </a:lnTo>
                    <a:cubicBezTo>
                      <a:pt x="491" y="114131"/>
                      <a:pt x="0" y="116471"/>
                      <a:pt x="586" y="118663"/>
                    </a:cubicBezTo>
                    <a:cubicBezTo>
                      <a:pt x="2774" y="126872"/>
                      <a:pt x="6041" y="134754"/>
                      <a:pt x="10301" y="142103"/>
                    </a:cubicBezTo>
                    <a:cubicBezTo>
                      <a:pt x="11433" y="144053"/>
                      <a:pt x="13419" y="145354"/>
                      <a:pt x="15659" y="145613"/>
                    </a:cubicBezTo>
                    <a:lnTo>
                      <a:pt x="36840" y="147970"/>
                    </a:lnTo>
                    <a:cubicBezTo>
                      <a:pt x="37727" y="148899"/>
                      <a:pt x="38620" y="149792"/>
                      <a:pt x="39519" y="150649"/>
                    </a:cubicBezTo>
                    <a:lnTo>
                      <a:pt x="41993" y="171884"/>
                    </a:lnTo>
                    <a:cubicBezTo>
                      <a:pt x="42253" y="174125"/>
                      <a:pt x="43558" y="176112"/>
                      <a:pt x="45511" y="177242"/>
                    </a:cubicBezTo>
                    <a:cubicBezTo>
                      <a:pt x="52862" y="181498"/>
                      <a:pt x="60744" y="184762"/>
                      <a:pt x="68951" y="186948"/>
                    </a:cubicBezTo>
                    <a:cubicBezTo>
                      <a:pt x="71145" y="187531"/>
                      <a:pt x="73485" y="187038"/>
                      <a:pt x="75256" y="185618"/>
                    </a:cubicBezTo>
                    <a:lnTo>
                      <a:pt x="91856" y="172366"/>
                    </a:lnTo>
                    <a:cubicBezTo>
                      <a:pt x="93142" y="172402"/>
                      <a:pt x="94428" y="172402"/>
                      <a:pt x="95714" y="172366"/>
                    </a:cubicBezTo>
                    <a:lnTo>
                      <a:pt x="112359" y="185689"/>
                    </a:lnTo>
                    <a:cubicBezTo>
                      <a:pt x="114131" y="187106"/>
                      <a:pt x="116471" y="187596"/>
                      <a:pt x="118663" y="187011"/>
                    </a:cubicBezTo>
                    <a:cubicBezTo>
                      <a:pt x="126873" y="184827"/>
                      <a:pt x="134756" y="181559"/>
                      <a:pt x="142103" y="177295"/>
                    </a:cubicBezTo>
                    <a:cubicBezTo>
                      <a:pt x="144053" y="176163"/>
                      <a:pt x="145354" y="174177"/>
                      <a:pt x="145613" y="171937"/>
                    </a:cubicBezTo>
                    <a:lnTo>
                      <a:pt x="147970" y="150756"/>
                    </a:lnTo>
                    <a:cubicBezTo>
                      <a:pt x="148899" y="149875"/>
                      <a:pt x="149792" y="148982"/>
                      <a:pt x="150649" y="148077"/>
                    </a:cubicBezTo>
                    <a:lnTo>
                      <a:pt x="171884" y="145577"/>
                    </a:lnTo>
                    <a:cubicBezTo>
                      <a:pt x="174125" y="145316"/>
                      <a:pt x="176112" y="144012"/>
                      <a:pt x="177242" y="142059"/>
                    </a:cubicBezTo>
                    <a:cubicBezTo>
                      <a:pt x="181498" y="134708"/>
                      <a:pt x="184762" y="126826"/>
                      <a:pt x="186948" y="118618"/>
                    </a:cubicBezTo>
                    <a:cubicBezTo>
                      <a:pt x="187531" y="116425"/>
                      <a:pt x="187038" y="114085"/>
                      <a:pt x="185618" y="112314"/>
                    </a:cubicBezTo>
                    <a:close/>
                    <a:moveTo>
                      <a:pt x="157989" y="89909"/>
                    </a:moveTo>
                    <a:cubicBezTo>
                      <a:pt x="158141" y="92491"/>
                      <a:pt x="158141" y="95079"/>
                      <a:pt x="157989" y="97660"/>
                    </a:cubicBezTo>
                    <a:cubicBezTo>
                      <a:pt x="157883" y="99428"/>
                      <a:pt x="158437" y="101172"/>
                      <a:pt x="159543" y="102554"/>
                    </a:cubicBezTo>
                    <a:lnTo>
                      <a:pt x="172214" y="118386"/>
                    </a:lnTo>
                    <a:cubicBezTo>
                      <a:pt x="170760" y="123007"/>
                      <a:pt x="168899" y="127489"/>
                      <a:pt x="166651" y="131781"/>
                    </a:cubicBezTo>
                    <a:lnTo>
                      <a:pt x="146470" y="134067"/>
                    </a:lnTo>
                    <a:cubicBezTo>
                      <a:pt x="144712" y="134262"/>
                      <a:pt x="143090" y="135102"/>
                      <a:pt x="141916" y="136424"/>
                    </a:cubicBezTo>
                    <a:cubicBezTo>
                      <a:pt x="140197" y="138357"/>
                      <a:pt x="138366" y="140188"/>
                      <a:pt x="136433" y="141907"/>
                    </a:cubicBezTo>
                    <a:cubicBezTo>
                      <a:pt x="135111" y="143081"/>
                      <a:pt x="134271" y="144704"/>
                      <a:pt x="134076" y="146461"/>
                    </a:cubicBezTo>
                    <a:lnTo>
                      <a:pt x="131834" y="166624"/>
                    </a:lnTo>
                    <a:cubicBezTo>
                      <a:pt x="127543" y="168873"/>
                      <a:pt x="123061" y="170735"/>
                      <a:pt x="118440" y="172187"/>
                    </a:cubicBezTo>
                    <a:lnTo>
                      <a:pt x="102598" y="159516"/>
                    </a:lnTo>
                    <a:cubicBezTo>
                      <a:pt x="101331" y="158503"/>
                      <a:pt x="99756" y="157952"/>
                      <a:pt x="98134" y="157954"/>
                    </a:cubicBezTo>
                    <a:lnTo>
                      <a:pt x="97705" y="157954"/>
                    </a:lnTo>
                    <a:cubicBezTo>
                      <a:pt x="95124" y="158105"/>
                      <a:pt x="92535" y="158105"/>
                      <a:pt x="89954" y="157954"/>
                    </a:cubicBezTo>
                    <a:cubicBezTo>
                      <a:pt x="88187" y="157852"/>
                      <a:pt x="86445" y="158405"/>
                      <a:pt x="85060" y="159507"/>
                    </a:cubicBezTo>
                    <a:lnTo>
                      <a:pt x="69184" y="172187"/>
                    </a:lnTo>
                    <a:cubicBezTo>
                      <a:pt x="64563" y="170733"/>
                      <a:pt x="60080" y="168872"/>
                      <a:pt x="55789" y="166624"/>
                    </a:cubicBezTo>
                    <a:lnTo>
                      <a:pt x="53503" y="146470"/>
                    </a:lnTo>
                    <a:cubicBezTo>
                      <a:pt x="53308" y="144712"/>
                      <a:pt x="52468" y="143090"/>
                      <a:pt x="51146" y="141916"/>
                    </a:cubicBezTo>
                    <a:cubicBezTo>
                      <a:pt x="49212" y="140197"/>
                      <a:pt x="47382" y="138366"/>
                      <a:pt x="45663" y="136433"/>
                    </a:cubicBezTo>
                    <a:cubicBezTo>
                      <a:pt x="44489" y="135111"/>
                      <a:pt x="42866" y="134271"/>
                      <a:pt x="41109" y="134076"/>
                    </a:cubicBezTo>
                    <a:lnTo>
                      <a:pt x="20945" y="131825"/>
                    </a:lnTo>
                    <a:cubicBezTo>
                      <a:pt x="18697" y="127535"/>
                      <a:pt x="16835" y="123052"/>
                      <a:pt x="15382" y="118431"/>
                    </a:cubicBezTo>
                    <a:lnTo>
                      <a:pt x="28053" y="102589"/>
                    </a:lnTo>
                    <a:cubicBezTo>
                      <a:pt x="29160" y="101207"/>
                      <a:pt x="29714" y="99463"/>
                      <a:pt x="29607" y="97696"/>
                    </a:cubicBezTo>
                    <a:cubicBezTo>
                      <a:pt x="29455" y="95115"/>
                      <a:pt x="29455" y="92526"/>
                      <a:pt x="29607" y="89945"/>
                    </a:cubicBezTo>
                    <a:cubicBezTo>
                      <a:pt x="29714" y="88178"/>
                      <a:pt x="29160" y="86434"/>
                      <a:pt x="28053" y="85052"/>
                    </a:cubicBezTo>
                    <a:lnTo>
                      <a:pt x="15382" y="69184"/>
                    </a:lnTo>
                    <a:cubicBezTo>
                      <a:pt x="16836" y="64563"/>
                      <a:pt x="18698" y="60080"/>
                      <a:pt x="20945" y="55789"/>
                    </a:cubicBezTo>
                    <a:lnTo>
                      <a:pt x="41100" y="53503"/>
                    </a:lnTo>
                    <a:cubicBezTo>
                      <a:pt x="42857" y="53308"/>
                      <a:pt x="44480" y="52468"/>
                      <a:pt x="45654" y="51146"/>
                    </a:cubicBezTo>
                    <a:cubicBezTo>
                      <a:pt x="47373" y="49212"/>
                      <a:pt x="49203" y="47382"/>
                      <a:pt x="51137" y="45663"/>
                    </a:cubicBezTo>
                    <a:cubicBezTo>
                      <a:pt x="52464" y="44488"/>
                      <a:pt x="53308" y="42862"/>
                      <a:pt x="53503" y="41100"/>
                    </a:cubicBezTo>
                    <a:lnTo>
                      <a:pt x="55744" y="20945"/>
                    </a:lnTo>
                    <a:cubicBezTo>
                      <a:pt x="60035" y="18697"/>
                      <a:pt x="64518" y="16835"/>
                      <a:pt x="69139" y="15382"/>
                    </a:cubicBezTo>
                    <a:lnTo>
                      <a:pt x="84980" y="28053"/>
                    </a:lnTo>
                    <a:cubicBezTo>
                      <a:pt x="86362" y="29160"/>
                      <a:pt x="88106" y="29714"/>
                      <a:pt x="89874" y="29607"/>
                    </a:cubicBezTo>
                    <a:cubicBezTo>
                      <a:pt x="92455" y="29455"/>
                      <a:pt x="95043" y="29455"/>
                      <a:pt x="97625" y="29607"/>
                    </a:cubicBezTo>
                    <a:cubicBezTo>
                      <a:pt x="99391" y="29708"/>
                      <a:pt x="101133" y="29155"/>
                      <a:pt x="102518" y="28053"/>
                    </a:cubicBezTo>
                    <a:lnTo>
                      <a:pt x="118386" y="15382"/>
                    </a:lnTo>
                    <a:cubicBezTo>
                      <a:pt x="123007" y="16836"/>
                      <a:pt x="127489" y="18698"/>
                      <a:pt x="131781" y="20945"/>
                    </a:cubicBezTo>
                    <a:lnTo>
                      <a:pt x="134067" y="41100"/>
                    </a:lnTo>
                    <a:cubicBezTo>
                      <a:pt x="134262" y="42857"/>
                      <a:pt x="135102" y="44480"/>
                      <a:pt x="136424" y="45654"/>
                    </a:cubicBezTo>
                    <a:cubicBezTo>
                      <a:pt x="138357" y="47373"/>
                      <a:pt x="140188" y="49203"/>
                      <a:pt x="141907" y="51137"/>
                    </a:cubicBezTo>
                    <a:cubicBezTo>
                      <a:pt x="143081" y="52459"/>
                      <a:pt x="144704" y="53299"/>
                      <a:pt x="146461" y="53494"/>
                    </a:cubicBezTo>
                    <a:lnTo>
                      <a:pt x="166624" y="55735"/>
                    </a:lnTo>
                    <a:cubicBezTo>
                      <a:pt x="168873" y="60026"/>
                      <a:pt x="170735" y="64509"/>
                      <a:pt x="172187" y="69130"/>
                    </a:cubicBezTo>
                    <a:lnTo>
                      <a:pt x="159516" y="84971"/>
                    </a:lnTo>
                    <a:cubicBezTo>
                      <a:pt x="158399" y="86365"/>
                      <a:pt x="157845" y="88127"/>
                      <a:pt x="157962" y="89909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17258" y="4605814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平台数值常量守卫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0115" y="4839652"/>
              <a:ext cx="46119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平台目录禁裸数值 const，全部经 envNumber() 可配置并锁默认值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644921" y="5169063"/>
              <a:ext cx="157910" cy="215574"/>
              <a:chOff x="644921" y="5169063"/>
              <a:chExt cx="157910" cy="21557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2462" y="5176838"/>
                <a:ext cx="1428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00025">
                    <a:moveTo>
                      <a:pt x="42862" y="200025"/>
                    </a:moveTo>
                    <a:lnTo>
                      <a:pt x="57150" y="128588"/>
                    </a:lnTo>
                    <a:lnTo>
                      <a:pt x="0" y="107156"/>
                    </a:lnTo>
                    <a:lnTo>
                      <a:pt x="100012" y="0"/>
                    </a:lnTo>
                    <a:lnTo>
                      <a:pt x="85725" y="71438"/>
                    </a:lnTo>
                    <a:lnTo>
                      <a:pt x="142875" y="92869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44921" y="5169063"/>
                <a:ext cx="157910" cy="215574"/>
              </a:xfrm>
              <a:custGeom>
                <a:avLst/>
                <a:gdLst/>
                <a:ahLst/>
                <a:cxnLst/>
                <a:rect l="l" t="t" r="r" b="b"/>
                <a:pathLst>
                  <a:path w="157910" h="215574">
                    <a:moveTo>
                      <a:pt x="157373" y="99009"/>
                    </a:moveTo>
                    <a:cubicBezTo>
                      <a:pt x="156824" y="96684"/>
                      <a:pt x="155148" y="94787"/>
                      <a:pt x="152908" y="93955"/>
                    </a:cubicBezTo>
                    <a:lnTo>
                      <a:pt x="101464" y="74658"/>
                    </a:lnTo>
                    <a:lnTo>
                      <a:pt x="114555" y="9176"/>
                    </a:lnTo>
                    <a:cubicBezTo>
                      <a:pt x="115164" y="6051"/>
                      <a:pt x="113631" y="2899"/>
                      <a:pt x="110796" y="1450"/>
                    </a:cubicBezTo>
                    <a:cubicBezTo>
                      <a:pt x="107960" y="0"/>
                      <a:pt x="104508" y="602"/>
                      <a:pt x="102331" y="2926"/>
                    </a:cubicBezTo>
                    <a:lnTo>
                      <a:pt x="2318" y="110082"/>
                    </a:lnTo>
                    <a:cubicBezTo>
                      <a:pt x="668" y="111820"/>
                      <a:pt x="0" y="114270"/>
                      <a:pt x="539" y="116606"/>
                    </a:cubicBezTo>
                    <a:cubicBezTo>
                      <a:pt x="1078" y="118941"/>
                      <a:pt x="2752" y="120851"/>
                      <a:pt x="4997" y="121690"/>
                    </a:cubicBezTo>
                    <a:lnTo>
                      <a:pt x="56459" y="140988"/>
                    </a:lnTo>
                    <a:lnTo>
                      <a:pt x="43404" y="206397"/>
                    </a:lnTo>
                    <a:cubicBezTo>
                      <a:pt x="42795" y="209523"/>
                      <a:pt x="44328" y="212674"/>
                      <a:pt x="47163" y="214124"/>
                    </a:cubicBezTo>
                    <a:cubicBezTo>
                      <a:pt x="49998" y="215574"/>
                      <a:pt x="53451" y="214972"/>
                      <a:pt x="55628" y="212648"/>
                    </a:cubicBezTo>
                    <a:lnTo>
                      <a:pt x="155641" y="105492"/>
                    </a:lnTo>
                    <a:cubicBezTo>
                      <a:pt x="157260" y="103754"/>
                      <a:pt x="157910" y="101324"/>
                      <a:pt x="157373" y="99009"/>
                    </a:cubicBezTo>
                    <a:close/>
                    <a:moveTo>
                      <a:pt x="62343" y="184582"/>
                    </a:moveTo>
                    <a:lnTo>
                      <a:pt x="71693" y="137809"/>
                    </a:lnTo>
                    <a:cubicBezTo>
                      <a:pt x="72384" y="134383"/>
                      <a:pt x="70495" y="130960"/>
                      <a:pt x="67228" y="129718"/>
                    </a:cubicBezTo>
                    <a:lnTo>
                      <a:pt x="20043" y="111993"/>
                    </a:lnTo>
                    <a:lnTo>
                      <a:pt x="95606" y="31036"/>
                    </a:lnTo>
                    <a:lnTo>
                      <a:pt x="86266" y="77810"/>
                    </a:lnTo>
                    <a:cubicBezTo>
                      <a:pt x="85575" y="81236"/>
                      <a:pt x="87464" y="84659"/>
                      <a:pt x="90731" y="85900"/>
                    </a:cubicBezTo>
                    <a:lnTo>
                      <a:pt x="137880" y="103581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17258" y="5177314"/>
              <a:ext cx="17334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HTTP deadline 守卫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0115" y="5411152"/>
              <a:ext cx="4496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lib 层禁裸 fetch(，统一 fetchWithDeadline；新平台自动被强制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638175" y="5755481"/>
              <a:ext cx="171450" cy="185738"/>
              <a:chOff x="638175" y="5755481"/>
              <a:chExt cx="171450" cy="18573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9" y="5762625"/>
                <a:ext cx="1571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725">
                    <a:moveTo>
                      <a:pt x="157162" y="42862"/>
                    </a:moveTo>
                    <a:cubicBezTo>
                      <a:pt x="157162" y="66535"/>
                      <a:pt x="121980" y="85725"/>
                      <a:pt x="78581" y="85725"/>
                    </a:cubicBezTo>
                    <a:cubicBezTo>
                      <a:pt x="35183" y="85725"/>
                      <a:pt x="0" y="66535"/>
                      <a:pt x="0" y="42862"/>
                    </a:cubicBezTo>
                    <a:cubicBezTo>
                      <a:pt x="0" y="19190"/>
                      <a:pt x="35183" y="0"/>
                      <a:pt x="78581" y="0"/>
                    </a:cubicBezTo>
                    <a:cubicBezTo>
                      <a:pt x="121980" y="0"/>
                      <a:pt x="157162" y="19190"/>
                      <a:pt x="157162" y="42862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38175" y="5755481"/>
                <a:ext cx="17145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5738">
                    <a:moveTo>
                      <a:pt x="85725" y="0"/>
                    </a:moveTo>
                    <a:cubicBezTo>
                      <a:pt x="37656" y="0"/>
                      <a:pt x="0" y="21967"/>
                      <a:pt x="0" y="50006"/>
                    </a:cubicBezTo>
                    <a:lnTo>
                      <a:pt x="0" y="135731"/>
                    </a:lnTo>
                    <a:cubicBezTo>
                      <a:pt x="0" y="163770"/>
                      <a:pt x="37656" y="185738"/>
                      <a:pt x="85725" y="185738"/>
                    </a:cubicBezTo>
                    <a:cubicBezTo>
                      <a:pt x="133794" y="185738"/>
                      <a:pt x="171450" y="163770"/>
                      <a:pt x="171450" y="135731"/>
                    </a:cubicBezTo>
                    <a:lnTo>
                      <a:pt x="171450" y="50006"/>
                    </a:lnTo>
                    <a:cubicBezTo>
                      <a:pt x="171450" y="21967"/>
                      <a:pt x="133794" y="0"/>
                      <a:pt x="85725" y="0"/>
                    </a:cubicBezTo>
                    <a:close/>
                    <a:moveTo>
                      <a:pt x="157162" y="92869"/>
                    </a:moveTo>
                    <a:cubicBezTo>
                      <a:pt x="157162" y="101459"/>
                      <a:pt x="150126" y="110219"/>
                      <a:pt x="137865" y="116907"/>
                    </a:cubicBezTo>
                    <a:cubicBezTo>
                      <a:pt x="124060" y="124435"/>
                      <a:pt x="105540" y="128588"/>
                      <a:pt x="85725" y="128588"/>
                    </a:cubicBezTo>
                    <a:cubicBezTo>
                      <a:pt x="65910" y="128588"/>
                      <a:pt x="47390" y="124435"/>
                      <a:pt x="33585" y="116907"/>
                    </a:cubicBezTo>
                    <a:cubicBezTo>
                      <a:pt x="21324" y="110219"/>
                      <a:pt x="14288" y="101459"/>
                      <a:pt x="14288" y="92869"/>
                    </a:cubicBezTo>
                    <a:lnTo>
                      <a:pt x="14288" y="78010"/>
                    </a:lnTo>
                    <a:cubicBezTo>
                      <a:pt x="29522" y="91404"/>
                      <a:pt x="55569" y="100012"/>
                      <a:pt x="85725" y="100012"/>
                    </a:cubicBezTo>
                    <a:cubicBezTo>
                      <a:pt x="115881" y="100012"/>
                      <a:pt x="141928" y="91369"/>
                      <a:pt x="157162" y="78010"/>
                    </a:cubicBezTo>
                    <a:close/>
                    <a:moveTo>
                      <a:pt x="33585" y="25968"/>
                    </a:moveTo>
                    <a:cubicBezTo>
                      <a:pt x="47390" y="18440"/>
                      <a:pt x="65910" y="14288"/>
                      <a:pt x="85725" y="14288"/>
                    </a:cubicBezTo>
                    <a:cubicBezTo>
                      <a:pt x="105540" y="14288"/>
                      <a:pt x="124060" y="18440"/>
                      <a:pt x="137865" y="25968"/>
                    </a:cubicBezTo>
                    <a:cubicBezTo>
                      <a:pt x="150126" y="32656"/>
                      <a:pt x="157162" y="41416"/>
                      <a:pt x="157162" y="50006"/>
                    </a:cubicBezTo>
                    <a:cubicBezTo>
                      <a:pt x="157162" y="58597"/>
                      <a:pt x="150126" y="67357"/>
                      <a:pt x="137865" y="74045"/>
                    </a:cubicBezTo>
                    <a:cubicBezTo>
                      <a:pt x="124060" y="81573"/>
                      <a:pt x="105540" y="85725"/>
                      <a:pt x="85725" y="85725"/>
                    </a:cubicBezTo>
                    <a:cubicBezTo>
                      <a:pt x="65910" y="85725"/>
                      <a:pt x="47390" y="81573"/>
                      <a:pt x="33585" y="74045"/>
                    </a:cubicBezTo>
                    <a:cubicBezTo>
                      <a:pt x="21324" y="67357"/>
                      <a:pt x="14288" y="58597"/>
                      <a:pt x="14288" y="50006"/>
                    </a:cubicBezTo>
                    <a:cubicBezTo>
                      <a:pt x="14288" y="41416"/>
                      <a:pt x="21324" y="32656"/>
                      <a:pt x="33585" y="25968"/>
                    </a:cubicBezTo>
                    <a:close/>
                    <a:moveTo>
                      <a:pt x="137865" y="159770"/>
                    </a:moveTo>
                    <a:cubicBezTo>
                      <a:pt x="124060" y="167298"/>
                      <a:pt x="105540" y="171450"/>
                      <a:pt x="85725" y="171450"/>
                    </a:cubicBezTo>
                    <a:cubicBezTo>
                      <a:pt x="65910" y="171450"/>
                      <a:pt x="47390" y="167298"/>
                      <a:pt x="33585" y="159770"/>
                    </a:cubicBezTo>
                    <a:cubicBezTo>
                      <a:pt x="21324" y="153082"/>
                      <a:pt x="14288" y="144322"/>
                      <a:pt x="14288" y="135731"/>
                    </a:cubicBezTo>
                    <a:lnTo>
                      <a:pt x="14288" y="120872"/>
                    </a:lnTo>
                    <a:cubicBezTo>
                      <a:pt x="29522" y="134267"/>
                      <a:pt x="55569" y="142875"/>
                      <a:pt x="85725" y="142875"/>
                    </a:cubicBezTo>
                    <a:cubicBezTo>
                      <a:pt x="115881" y="142875"/>
                      <a:pt x="141928" y="134231"/>
                      <a:pt x="157162" y="120872"/>
                    </a:cubicBezTo>
                    <a:lnTo>
                      <a:pt x="157162" y="135731"/>
                    </a:lnTo>
                    <a:cubicBezTo>
                      <a:pt x="157162" y="144322"/>
                      <a:pt x="150126" y="153082"/>
                      <a:pt x="137865" y="159770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17258" y="5748814"/>
              <a:ext cx="250576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in-memory PGlite 真跑 SQL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0115" y="5982652"/>
              <a:ext cx="52176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retrieval / history / tools 测试跑真实迁移与 pgvector，不 mock 数据库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286500" y="3028950"/>
            <a:ext cx="5953363" cy="3238500"/>
            <a:chOff x="6286500" y="3028950"/>
            <a:chExt cx="5953363" cy="3238500"/>
          </a:xfrm>
        </p:grpSpPr>
        <p:sp>
          <p:nvSpPr>
            <p:cNvPr id="64" name="Rectangle 64"/>
            <p:cNvSpPr/>
            <p:nvPr/>
          </p:nvSpPr>
          <p:spPr>
            <a:xfrm>
              <a:off x="6286500" y="3028950"/>
              <a:ext cx="5295900" cy="3238500"/>
            </a:xfrm>
            <a:prstGeom prst="roundRect">
              <a:avLst>
                <a:gd name="adj" fmla="val 3529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96050" y="3190875"/>
              <a:ext cx="50987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agent-native 代码库：既给人读，也给 agent 读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6529388" y="3624262"/>
              <a:ext cx="200025" cy="171450"/>
              <a:chOff x="6529388" y="3624262"/>
              <a:chExt cx="200025" cy="1714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629400" y="3631406"/>
                <a:ext cx="9286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157162">
                    <a:moveTo>
                      <a:pt x="92869" y="7144"/>
                    </a:moveTo>
                    <a:lnTo>
                      <a:pt x="92869" y="121444"/>
                    </a:lnTo>
                    <a:cubicBezTo>
                      <a:pt x="92869" y="125389"/>
                      <a:pt x="89670" y="128588"/>
                      <a:pt x="85725" y="128588"/>
                    </a:cubicBezTo>
                    <a:lnTo>
                      <a:pt x="28575" y="128588"/>
                    </a:lnTo>
                    <a:cubicBezTo>
                      <a:pt x="12793" y="128588"/>
                      <a:pt x="0" y="141381"/>
                      <a:pt x="0" y="157162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85725" y="0"/>
                    </a:lnTo>
                    <a:cubicBezTo>
                      <a:pt x="89670" y="0"/>
                      <a:pt x="92869" y="3198"/>
                      <a:pt x="92869" y="7144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29388" y="3624262"/>
                <a:ext cx="2000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71450">
                    <a:moveTo>
                      <a:pt x="185738" y="0"/>
                    </a:moveTo>
                    <a:lnTo>
                      <a:pt x="128588" y="0"/>
                    </a:lnTo>
                    <a:cubicBezTo>
                      <a:pt x="117345" y="0"/>
                      <a:pt x="106758" y="5293"/>
                      <a:pt x="100012" y="14288"/>
                    </a:cubicBezTo>
                    <a:cubicBezTo>
                      <a:pt x="93267" y="5293"/>
                      <a:pt x="82680" y="0"/>
                      <a:pt x="71438" y="0"/>
                    </a:cubicBezTo>
                    <a:lnTo>
                      <a:pt x="14288" y="0"/>
                    </a:lnTo>
                    <a:cubicBezTo>
                      <a:pt x="6397" y="0"/>
                      <a:pt x="0" y="6397"/>
                      <a:pt x="0" y="14288"/>
                    </a:cubicBezTo>
                    <a:lnTo>
                      <a:pt x="0" y="128588"/>
                    </a:lnTo>
                    <a:cubicBezTo>
                      <a:pt x="0" y="136478"/>
                      <a:pt x="6397" y="142875"/>
                      <a:pt x="14288" y="142875"/>
                    </a:cubicBezTo>
                    <a:lnTo>
                      <a:pt x="71438" y="142875"/>
                    </a:lnTo>
                    <a:cubicBezTo>
                      <a:pt x="83274" y="142875"/>
                      <a:pt x="92869" y="152470"/>
                      <a:pt x="92869" y="164306"/>
                    </a:cubicBezTo>
                    <a:cubicBezTo>
                      <a:pt x="92869" y="168252"/>
                      <a:pt x="96067" y="171450"/>
                      <a:pt x="100012" y="171450"/>
                    </a:cubicBezTo>
                    <a:cubicBezTo>
                      <a:pt x="103958" y="171450"/>
                      <a:pt x="107156" y="168252"/>
                      <a:pt x="107156" y="164306"/>
                    </a:cubicBezTo>
                    <a:cubicBezTo>
                      <a:pt x="107156" y="152470"/>
                      <a:pt x="116751" y="142875"/>
                      <a:pt x="128588" y="142875"/>
                    </a:cubicBezTo>
                    <a:lnTo>
                      <a:pt x="185738" y="142875"/>
                    </a:lnTo>
                    <a:cubicBezTo>
                      <a:pt x="193628" y="142875"/>
                      <a:pt x="200025" y="136478"/>
                      <a:pt x="200025" y="128588"/>
                    </a:cubicBezTo>
                    <a:lnTo>
                      <a:pt x="200025" y="14288"/>
                    </a:lnTo>
                    <a:cubicBezTo>
                      <a:pt x="200025" y="6397"/>
                      <a:pt x="193628" y="0"/>
                      <a:pt x="185738" y="0"/>
                    </a:cubicBezTo>
                    <a:close/>
                    <a:moveTo>
                      <a:pt x="71438" y="128588"/>
                    </a:moveTo>
                    <a:lnTo>
                      <a:pt x="14288" y="128588"/>
                    </a:lnTo>
                    <a:lnTo>
                      <a:pt x="14288" y="14288"/>
                    </a:lnTo>
                    <a:lnTo>
                      <a:pt x="71438" y="14288"/>
                    </a:lnTo>
                    <a:cubicBezTo>
                      <a:pt x="83274" y="14288"/>
                      <a:pt x="92869" y="23883"/>
                      <a:pt x="92869" y="35719"/>
                    </a:cubicBezTo>
                    <a:lnTo>
                      <a:pt x="92869" y="135731"/>
                    </a:lnTo>
                    <a:cubicBezTo>
                      <a:pt x="86692" y="131083"/>
                      <a:pt x="79168" y="128575"/>
                      <a:pt x="71438" y="128588"/>
                    </a:cubicBezTo>
                    <a:close/>
                    <a:moveTo>
                      <a:pt x="185738" y="128588"/>
                    </a:moveTo>
                    <a:lnTo>
                      <a:pt x="128588" y="128588"/>
                    </a:lnTo>
                    <a:cubicBezTo>
                      <a:pt x="120857" y="128575"/>
                      <a:pt x="113333" y="131083"/>
                      <a:pt x="107156" y="135731"/>
                    </a:cubicBezTo>
                    <a:lnTo>
                      <a:pt x="107156" y="35719"/>
                    </a:lnTo>
                    <a:cubicBezTo>
                      <a:pt x="107156" y="23883"/>
                      <a:pt x="116751" y="14288"/>
                      <a:pt x="128588" y="14288"/>
                    </a:cubicBezTo>
                    <a:lnTo>
                      <a:pt x="185738" y="14288"/>
                    </a:lnTo>
                    <a:close/>
                    <a:moveTo>
                      <a:pt x="128588" y="35719"/>
                    </a:moveTo>
                    <a:lnTo>
                      <a:pt x="164306" y="35719"/>
                    </a:lnTo>
                    <a:cubicBezTo>
                      <a:pt x="168252" y="35719"/>
                      <a:pt x="171450" y="38917"/>
                      <a:pt x="171450" y="42862"/>
                    </a:cubicBezTo>
                    <a:cubicBezTo>
                      <a:pt x="171450" y="46808"/>
                      <a:pt x="168252" y="50006"/>
                      <a:pt x="164306" y="50006"/>
                    </a:cubicBezTo>
                    <a:lnTo>
                      <a:pt x="128588" y="50006"/>
                    </a:lnTo>
                    <a:cubicBezTo>
                      <a:pt x="124642" y="50006"/>
                      <a:pt x="121444" y="46808"/>
                      <a:pt x="121444" y="42862"/>
                    </a:cubicBezTo>
                    <a:cubicBezTo>
                      <a:pt x="121444" y="38917"/>
                      <a:pt x="124642" y="35719"/>
                      <a:pt x="128588" y="35719"/>
                    </a:cubicBezTo>
                    <a:close/>
                    <a:moveTo>
                      <a:pt x="171450" y="71438"/>
                    </a:moveTo>
                    <a:cubicBezTo>
                      <a:pt x="171450" y="75383"/>
                      <a:pt x="168252" y="78581"/>
                      <a:pt x="164306" y="78581"/>
                    </a:cubicBezTo>
                    <a:lnTo>
                      <a:pt x="128588" y="78581"/>
                    </a:lnTo>
                    <a:cubicBezTo>
                      <a:pt x="124642" y="78581"/>
                      <a:pt x="121444" y="75383"/>
                      <a:pt x="121444" y="71438"/>
                    </a:cubicBezTo>
                    <a:cubicBezTo>
                      <a:pt x="121444" y="67492"/>
                      <a:pt x="124642" y="64294"/>
                      <a:pt x="128588" y="64294"/>
                    </a:cubicBezTo>
                    <a:lnTo>
                      <a:pt x="164306" y="64294"/>
                    </a:lnTo>
                    <a:cubicBezTo>
                      <a:pt x="168252" y="64294"/>
                      <a:pt x="171450" y="67492"/>
                      <a:pt x="171450" y="71438"/>
                    </a:cubicBezTo>
                    <a:close/>
                    <a:moveTo>
                      <a:pt x="171450" y="100012"/>
                    </a:moveTo>
                    <a:cubicBezTo>
                      <a:pt x="171450" y="103958"/>
                      <a:pt x="168252" y="107156"/>
                      <a:pt x="164306" y="107156"/>
                    </a:cubicBezTo>
                    <a:lnTo>
                      <a:pt x="128588" y="107156"/>
                    </a:lnTo>
                    <a:cubicBezTo>
                      <a:pt x="124642" y="107156"/>
                      <a:pt x="121444" y="103958"/>
                      <a:pt x="121444" y="100012"/>
                    </a:cubicBezTo>
                    <a:cubicBezTo>
                      <a:pt x="121444" y="96067"/>
                      <a:pt x="124642" y="92869"/>
                      <a:pt x="128588" y="92869"/>
                    </a:cubicBezTo>
                    <a:lnTo>
                      <a:pt x="164306" y="92869"/>
                    </a:lnTo>
                    <a:cubicBezTo>
                      <a:pt x="168252" y="92869"/>
                      <a:pt x="171450" y="96067"/>
                      <a:pt x="171450" y="100012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822758" y="3596164"/>
              <a:ext cx="22711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每个目录一份 CLAUDE.md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25615" y="3830002"/>
              <a:ext cx="35691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记录结构、约定与"为什么"，指出位置而非复制代码</a:t>
              </a: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6521693" y="4164873"/>
              <a:ext cx="193434" cy="188052"/>
              <a:chOff x="6521693" y="4164873"/>
              <a:chExt cx="193434" cy="188052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527603" y="4172537"/>
                <a:ext cx="180378" cy="173244"/>
              </a:xfrm>
              <a:custGeom>
                <a:avLst/>
                <a:gdLst/>
                <a:ahLst/>
                <a:cxnLst/>
                <a:rect l="l" t="t" r="r" b="b"/>
                <a:pathLst>
                  <a:path w="180378" h="173244">
                    <a:moveTo>
                      <a:pt x="169662" y="130382"/>
                    </a:moveTo>
                    <a:cubicBezTo>
                      <a:pt x="173368" y="130385"/>
                      <a:pt x="177028" y="129565"/>
                      <a:pt x="180378" y="127980"/>
                    </a:cubicBezTo>
                    <a:lnTo>
                      <a:pt x="180378" y="166101"/>
                    </a:lnTo>
                    <a:cubicBezTo>
                      <a:pt x="180378" y="170046"/>
                      <a:pt x="177180" y="173244"/>
                      <a:pt x="173234" y="173244"/>
                    </a:cubicBezTo>
                    <a:lnTo>
                      <a:pt x="44647" y="173244"/>
                    </a:lnTo>
                    <a:cubicBezTo>
                      <a:pt x="40701" y="173244"/>
                      <a:pt x="37503" y="170046"/>
                      <a:pt x="37503" y="166101"/>
                    </a:cubicBezTo>
                    <a:lnTo>
                      <a:pt x="37503" y="127980"/>
                    </a:lnTo>
                    <a:cubicBezTo>
                      <a:pt x="26997" y="132951"/>
                      <a:pt x="14451" y="130027"/>
                      <a:pt x="7226" y="120923"/>
                    </a:cubicBezTo>
                    <a:cubicBezTo>
                      <a:pt x="0" y="111820"/>
                      <a:pt x="0" y="98938"/>
                      <a:pt x="7226" y="89834"/>
                    </a:cubicBezTo>
                    <a:cubicBezTo>
                      <a:pt x="14451" y="80731"/>
                      <a:pt x="26997" y="77807"/>
                      <a:pt x="37503" y="82778"/>
                    </a:cubicBezTo>
                    <a:lnTo>
                      <a:pt x="37503" y="44657"/>
                    </a:lnTo>
                    <a:cubicBezTo>
                      <a:pt x="37503" y="40711"/>
                      <a:pt x="40701" y="37513"/>
                      <a:pt x="44647" y="37513"/>
                    </a:cubicBezTo>
                    <a:lnTo>
                      <a:pt x="86339" y="37513"/>
                    </a:lnTo>
                    <a:cubicBezTo>
                      <a:pt x="81363" y="27007"/>
                      <a:pt x="84284" y="14457"/>
                      <a:pt x="93389" y="7229"/>
                    </a:cubicBezTo>
                    <a:cubicBezTo>
                      <a:pt x="102493" y="0"/>
                      <a:pt x="115379" y="0"/>
                      <a:pt x="124483" y="7229"/>
                    </a:cubicBezTo>
                    <a:cubicBezTo>
                      <a:pt x="133588" y="14457"/>
                      <a:pt x="136509" y="27007"/>
                      <a:pt x="131533" y="37513"/>
                    </a:cubicBezTo>
                    <a:lnTo>
                      <a:pt x="173234" y="37513"/>
                    </a:lnTo>
                    <a:cubicBezTo>
                      <a:pt x="177180" y="37513"/>
                      <a:pt x="180378" y="40711"/>
                      <a:pt x="180378" y="44657"/>
                    </a:cubicBezTo>
                    <a:lnTo>
                      <a:pt x="180378" y="82778"/>
                    </a:lnTo>
                    <a:cubicBezTo>
                      <a:pt x="171104" y="78390"/>
                      <a:pt x="160091" y="80113"/>
                      <a:pt x="152600" y="87123"/>
                    </a:cubicBezTo>
                    <a:cubicBezTo>
                      <a:pt x="145109" y="94134"/>
                      <a:pt x="142661" y="105009"/>
                      <a:pt x="146425" y="114553"/>
                    </a:cubicBezTo>
                    <a:cubicBezTo>
                      <a:pt x="150190" y="124097"/>
                      <a:pt x="159403" y="130373"/>
                      <a:pt x="169662" y="130382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521693" y="4164873"/>
                <a:ext cx="193434" cy="188052"/>
              </a:xfrm>
              <a:custGeom>
                <a:avLst/>
                <a:gdLst/>
                <a:ahLst/>
                <a:cxnLst/>
                <a:rect l="l" t="t" r="r" b="b"/>
                <a:pathLst>
                  <a:path w="193434" h="188052">
                    <a:moveTo>
                      <a:pt x="190101" y="129598"/>
                    </a:moveTo>
                    <a:cubicBezTo>
                      <a:pt x="188031" y="128292"/>
                      <a:pt x="185437" y="128137"/>
                      <a:pt x="183226" y="129187"/>
                    </a:cubicBezTo>
                    <a:cubicBezTo>
                      <a:pt x="175721" y="132736"/>
                      <a:pt x="166761" y="130647"/>
                      <a:pt x="161601" y="124145"/>
                    </a:cubicBezTo>
                    <a:cubicBezTo>
                      <a:pt x="156441" y="117643"/>
                      <a:pt x="156441" y="108442"/>
                      <a:pt x="161601" y="101940"/>
                    </a:cubicBezTo>
                    <a:cubicBezTo>
                      <a:pt x="166761" y="95438"/>
                      <a:pt x="175721" y="93349"/>
                      <a:pt x="183226" y="96898"/>
                    </a:cubicBezTo>
                    <a:cubicBezTo>
                      <a:pt x="185439" y="97948"/>
                      <a:pt x="188037" y="97791"/>
                      <a:pt x="190107" y="96481"/>
                    </a:cubicBezTo>
                    <a:cubicBezTo>
                      <a:pt x="192178" y="95171"/>
                      <a:pt x="193433" y="92892"/>
                      <a:pt x="193432" y="90441"/>
                    </a:cubicBezTo>
                    <a:lnTo>
                      <a:pt x="193432" y="52321"/>
                    </a:lnTo>
                    <a:cubicBezTo>
                      <a:pt x="193432" y="44430"/>
                      <a:pt x="187035" y="38033"/>
                      <a:pt x="179145" y="38033"/>
                    </a:cubicBezTo>
                    <a:lnTo>
                      <a:pt x="146801" y="38033"/>
                    </a:lnTo>
                    <a:cubicBezTo>
                      <a:pt x="146934" y="36847"/>
                      <a:pt x="147000" y="35655"/>
                      <a:pt x="146998" y="34461"/>
                    </a:cubicBezTo>
                    <a:cubicBezTo>
                      <a:pt x="146983" y="25585"/>
                      <a:pt x="143314" y="17107"/>
                      <a:pt x="136854" y="11021"/>
                    </a:cubicBezTo>
                    <a:cubicBezTo>
                      <a:pt x="127818" y="2535"/>
                      <a:pt x="114707" y="0"/>
                      <a:pt x="103160" y="4507"/>
                    </a:cubicBezTo>
                    <a:cubicBezTo>
                      <a:pt x="91612" y="9013"/>
                      <a:pt x="83684" y="19758"/>
                      <a:pt x="82784" y="32122"/>
                    </a:cubicBezTo>
                    <a:cubicBezTo>
                      <a:pt x="82647" y="34092"/>
                      <a:pt x="82689" y="36070"/>
                      <a:pt x="82909" y="38033"/>
                    </a:cubicBezTo>
                    <a:lnTo>
                      <a:pt x="50557" y="38033"/>
                    </a:lnTo>
                    <a:cubicBezTo>
                      <a:pt x="46768" y="38033"/>
                      <a:pt x="43134" y="39538"/>
                      <a:pt x="40454" y="42218"/>
                    </a:cubicBezTo>
                    <a:cubicBezTo>
                      <a:pt x="37775" y="44897"/>
                      <a:pt x="36270" y="48531"/>
                      <a:pt x="36270" y="52321"/>
                    </a:cubicBezTo>
                    <a:lnTo>
                      <a:pt x="36270" y="81092"/>
                    </a:lnTo>
                    <a:cubicBezTo>
                      <a:pt x="35084" y="80959"/>
                      <a:pt x="33891" y="80893"/>
                      <a:pt x="32698" y="80896"/>
                    </a:cubicBezTo>
                    <a:cubicBezTo>
                      <a:pt x="23824" y="80910"/>
                      <a:pt x="15349" y="84579"/>
                      <a:pt x="9266" y="91040"/>
                    </a:cubicBezTo>
                    <a:cubicBezTo>
                      <a:pt x="3138" y="97513"/>
                      <a:pt x="0" y="106257"/>
                      <a:pt x="613" y="115150"/>
                    </a:cubicBezTo>
                    <a:cubicBezTo>
                      <a:pt x="1672" y="131163"/>
                      <a:pt x="14354" y="143956"/>
                      <a:pt x="30358" y="145154"/>
                    </a:cubicBezTo>
                    <a:cubicBezTo>
                      <a:pt x="32328" y="145291"/>
                      <a:pt x="34307" y="145249"/>
                      <a:pt x="36270" y="145029"/>
                    </a:cubicBezTo>
                    <a:lnTo>
                      <a:pt x="36270" y="173764"/>
                    </a:lnTo>
                    <a:cubicBezTo>
                      <a:pt x="36270" y="181655"/>
                      <a:pt x="42666" y="188052"/>
                      <a:pt x="50557" y="188052"/>
                    </a:cubicBezTo>
                    <a:lnTo>
                      <a:pt x="179145" y="188052"/>
                    </a:lnTo>
                    <a:cubicBezTo>
                      <a:pt x="187035" y="188052"/>
                      <a:pt x="193432" y="181655"/>
                      <a:pt x="193432" y="173764"/>
                    </a:cubicBezTo>
                    <a:lnTo>
                      <a:pt x="193432" y="135643"/>
                    </a:lnTo>
                    <a:cubicBezTo>
                      <a:pt x="193434" y="133190"/>
                      <a:pt x="192176" y="130908"/>
                      <a:pt x="190101" y="129598"/>
                    </a:cubicBezTo>
                    <a:close/>
                    <a:moveTo>
                      <a:pt x="179145" y="173764"/>
                    </a:moveTo>
                    <a:lnTo>
                      <a:pt x="50557" y="173764"/>
                    </a:lnTo>
                    <a:lnTo>
                      <a:pt x="50557" y="135643"/>
                    </a:lnTo>
                    <a:cubicBezTo>
                      <a:pt x="50558" y="133193"/>
                      <a:pt x="49303" y="130914"/>
                      <a:pt x="47232" y="129604"/>
                    </a:cubicBezTo>
                    <a:cubicBezTo>
                      <a:pt x="45162" y="128294"/>
                      <a:pt x="42564" y="128137"/>
                      <a:pt x="40351" y="129187"/>
                    </a:cubicBezTo>
                    <a:cubicBezTo>
                      <a:pt x="32846" y="132736"/>
                      <a:pt x="23886" y="130647"/>
                      <a:pt x="18726" y="124145"/>
                    </a:cubicBezTo>
                    <a:cubicBezTo>
                      <a:pt x="13566" y="117643"/>
                      <a:pt x="13566" y="108442"/>
                      <a:pt x="18726" y="101940"/>
                    </a:cubicBezTo>
                    <a:cubicBezTo>
                      <a:pt x="23886" y="95438"/>
                      <a:pt x="32846" y="93349"/>
                      <a:pt x="40351" y="96898"/>
                    </a:cubicBezTo>
                    <a:cubicBezTo>
                      <a:pt x="42564" y="97948"/>
                      <a:pt x="45162" y="97791"/>
                      <a:pt x="47232" y="96481"/>
                    </a:cubicBezTo>
                    <a:cubicBezTo>
                      <a:pt x="49303" y="95171"/>
                      <a:pt x="50558" y="92892"/>
                      <a:pt x="50557" y="90441"/>
                    </a:cubicBezTo>
                    <a:lnTo>
                      <a:pt x="50557" y="52321"/>
                    </a:lnTo>
                    <a:lnTo>
                      <a:pt x="92250" y="52321"/>
                    </a:lnTo>
                    <a:cubicBezTo>
                      <a:pt x="94700" y="52321"/>
                      <a:pt x="96980" y="51066"/>
                      <a:pt x="98290" y="48996"/>
                    </a:cubicBezTo>
                    <a:cubicBezTo>
                      <a:pt x="99599" y="46925"/>
                      <a:pt x="99757" y="44327"/>
                      <a:pt x="98706" y="42114"/>
                    </a:cubicBezTo>
                    <a:cubicBezTo>
                      <a:pt x="95157" y="34610"/>
                      <a:pt x="97246" y="25650"/>
                      <a:pt x="103749" y="20489"/>
                    </a:cubicBezTo>
                    <a:cubicBezTo>
                      <a:pt x="110251" y="15329"/>
                      <a:pt x="119451" y="15329"/>
                      <a:pt x="125953" y="20489"/>
                    </a:cubicBezTo>
                    <a:cubicBezTo>
                      <a:pt x="132455" y="25650"/>
                      <a:pt x="134545" y="34610"/>
                      <a:pt x="130996" y="42114"/>
                    </a:cubicBezTo>
                    <a:cubicBezTo>
                      <a:pt x="129945" y="44327"/>
                      <a:pt x="130103" y="46925"/>
                      <a:pt x="131412" y="48996"/>
                    </a:cubicBezTo>
                    <a:cubicBezTo>
                      <a:pt x="132722" y="51066"/>
                      <a:pt x="135002" y="52321"/>
                      <a:pt x="137452" y="52321"/>
                    </a:cubicBezTo>
                    <a:lnTo>
                      <a:pt x="179145" y="52321"/>
                    </a:lnTo>
                    <a:lnTo>
                      <a:pt x="179145" y="81101"/>
                    </a:lnTo>
                    <a:cubicBezTo>
                      <a:pt x="177182" y="80876"/>
                      <a:pt x="175203" y="80834"/>
                      <a:pt x="173233" y="80976"/>
                    </a:cubicBezTo>
                    <a:cubicBezTo>
                      <a:pt x="155951" y="82200"/>
                      <a:pt x="142748" y="96899"/>
                      <a:pt x="143378" y="114213"/>
                    </a:cubicBezTo>
                    <a:cubicBezTo>
                      <a:pt x="144009" y="131527"/>
                      <a:pt x="158247" y="145226"/>
                      <a:pt x="175573" y="145189"/>
                    </a:cubicBezTo>
                    <a:cubicBezTo>
                      <a:pt x="176766" y="145191"/>
                      <a:pt x="177959" y="145126"/>
                      <a:pt x="179145" y="144993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822758" y="4167664"/>
              <a:ext cx="20658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跨 runtime 消息三件套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25615" y="4401502"/>
              <a:ext cx="46272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新消息必须同时注册 schema、路由与 contract test，缺一不合并</a:t>
              </a:r>
            </a:p>
          </p:txBody>
        </p:sp>
        <p:grpSp>
          <p:nvGrpSpPr>
            <p:cNvPr id="78" name="Group 78"/>
            <p:cNvGrpSpPr/>
            <p:nvPr/>
          </p:nvGrpSpPr>
          <p:grpSpPr>
            <a:xfrm>
              <a:off x="6535589" y="4738364"/>
              <a:ext cx="187671" cy="200672"/>
              <a:chOff x="6535589" y="4738364"/>
              <a:chExt cx="187671" cy="200672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543675" y="4745831"/>
                <a:ext cx="1714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00012">
                    <a:moveTo>
                      <a:pt x="171450" y="50006"/>
                    </a:moveTo>
                    <a:lnTo>
                      <a:pt x="85725" y="100012"/>
                    </a:lnTo>
                    <a:lnTo>
                      <a:pt x="0" y="50006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535589" y="4738364"/>
                <a:ext cx="187671" cy="200672"/>
              </a:xfrm>
              <a:custGeom>
                <a:avLst/>
                <a:gdLst/>
                <a:ahLst/>
                <a:cxnLst/>
                <a:rect l="l" t="t" r="r" b="b"/>
                <a:pathLst>
                  <a:path w="187671" h="200672">
                    <a:moveTo>
                      <a:pt x="185707" y="139627"/>
                    </a:moveTo>
                    <a:cubicBezTo>
                      <a:pt x="187671" y="143036"/>
                      <a:pt x="186509" y="147391"/>
                      <a:pt x="183108" y="149369"/>
                    </a:cubicBezTo>
                    <a:lnTo>
                      <a:pt x="97383" y="199375"/>
                    </a:lnTo>
                    <a:cubicBezTo>
                      <a:pt x="95159" y="200672"/>
                      <a:pt x="92409" y="200672"/>
                      <a:pt x="90186" y="199375"/>
                    </a:cubicBezTo>
                    <a:lnTo>
                      <a:pt x="4461" y="149369"/>
                    </a:lnTo>
                    <a:cubicBezTo>
                      <a:pt x="1110" y="147356"/>
                      <a:pt x="0" y="143023"/>
                      <a:pt x="1969" y="139647"/>
                    </a:cubicBezTo>
                    <a:cubicBezTo>
                      <a:pt x="3939" y="136270"/>
                      <a:pt x="8256" y="135103"/>
                      <a:pt x="11658" y="137028"/>
                    </a:cubicBezTo>
                    <a:lnTo>
                      <a:pt x="93811" y="184936"/>
                    </a:lnTo>
                    <a:lnTo>
                      <a:pt x="175964" y="137028"/>
                    </a:lnTo>
                    <a:cubicBezTo>
                      <a:pt x="179373" y="135064"/>
                      <a:pt x="183729" y="136225"/>
                      <a:pt x="185707" y="139627"/>
                    </a:cubicBezTo>
                    <a:close/>
                    <a:moveTo>
                      <a:pt x="175964" y="94166"/>
                    </a:moveTo>
                    <a:lnTo>
                      <a:pt x="93811" y="142073"/>
                    </a:lnTo>
                    <a:lnTo>
                      <a:pt x="11658" y="94166"/>
                    </a:lnTo>
                    <a:cubicBezTo>
                      <a:pt x="8282" y="92485"/>
                      <a:pt x="4181" y="93718"/>
                      <a:pt x="2291" y="96982"/>
                    </a:cubicBezTo>
                    <a:cubicBezTo>
                      <a:pt x="402" y="100246"/>
                      <a:pt x="1375" y="104416"/>
                      <a:pt x="4514" y="106506"/>
                    </a:cubicBezTo>
                    <a:lnTo>
                      <a:pt x="90239" y="156513"/>
                    </a:lnTo>
                    <a:cubicBezTo>
                      <a:pt x="92463" y="157809"/>
                      <a:pt x="95213" y="157809"/>
                      <a:pt x="97437" y="156513"/>
                    </a:cubicBezTo>
                    <a:lnTo>
                      <a:pt x="183162" y="106506"/>
                    </a:lnTo>
                    <a:cubicBezTo>
                      <a:pt x="185402" y="105239"/>
                      <a:pt x="186788" y="102863"/>
                      <a:pt x="186788" y="100289"/>
                    </a:cubicBezTo>
                    <a:cubicBezTo>
                      <a:pt x="186787" y="97714"/>
                      <a:pt x="185402" y="95339"/>
                      <a:pt x="183161" y="94071"/>
                    </a:cubicBezTo>
                    <a:cubicBezTo>
                      <a:pt x="180921" y="92803"/>
                      <a:pt x="178171" y="92840"/>
                      <a:pt x="175964" y="94166"/>
                    </a:cubicBezTo>
                    <a:close/>
                    <a:moveTo>
                      <a:pt x="942" y="57473"/>
                    </a:moveTo>
                    <a:cubicBezTo>
                      <a:pt x="948" y="54927"/>
                      <a:pt x="2309" y="52576"/>
                      <a:pt x="4514" y="51303"/>
                    </a:cubicBezTo>
                    <a:lnTo>
                      <a:pt x="90239" y="1297"/>
                    </a:lnTo>
                    <a:cubicBezTo>
                      <a:pt x="92463" y="0"/>
                      <a:pt x="95213" y="0"/>
                      <a:pt x="97437" y="1297"/>
                    </a:cubicBezTo>
                    <a:lnTo>
                      <a:pt x="183162" y="51303"/>
                    </a:lnTo>
                    <a:cubicBezTo>
                      <a:pt x="185356" y="52583"/>
                      <a:pt x="186705" y="54933"/>
                      <a:pt x="186705" y="57473"/>
                    </a:cubicBezTo>
                    <a:cubicBezTo>
                      <a:pt x="186705" y="60014"/>
                      <a:pt x="185356" y="62364"/>
                      <a:pt x="183162" y="63644"/>
                    </a:cubicBezTo>
                    <a:lnTo>
                      <a:pt x="97437" y="113650"/>
                    </a:lnTo>
                    <a:cubicBezTo>
                      <a:pt x="95213" y="114947"/>
                      <a:pt x="92463" y="114947"/>
                      <a:pt x="90239" y="113650"/>
                    </a:cubicBezTo>
                    <a:lnTo>
                      <a:pt x="4514" y="63644"/>
                    </a:lnTo>
                    <a:cubicBezTo>
                      <a:pt x="2309" y="62371"/>
                      <a:pt x="948" y="60020"/>
                      <a:pt x="942" y="57473"/>
                    </a:cubicBezTo>
                    <a:close/>
                    <a:moveTo>
                      <a:pt x="22266" y="57473"/>
                    </a:moveTo>
                    <a:lnTo>
                      <a:pt x="93811" y="99211"/>
                    </a:lnTo>
                    <a:lnTo>
                      <a:pt x="165356" y="57473"/>
                    </a:lnTo>
                    <a:lnTo>
                      <a:pt x="93811" y="15736"/>
                    </a:ln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822758" y="4739164"/>
              <a:ext cx="1625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深模块 + 依赖注入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825615" y="4973002"/>
              <a:ext cx="5278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PipelineDeps / TaggingDeps / RetrievalDeps，策略与 IO 分离，免网络可测</a:t>
              </a:r>
            </a:p>
          </p:txBody>
        </p:sp>
        <p:grpSp>
          <p:nvGrpSpPr>
            <p:cNvPr id="83" name="Group 83"/>
            <p:cNvGrpSpPr/>
            <p:nvPr/>
          </p:nvGrpSpPr>
          <p:grpSpPr>
            <a:xfrm>
              <a:off x="6548736" y="5323346"/>
              <a:ext cx="175119" cy="172565"/>
              <a:chOff x="6548736" y="5323346"/>
              <a:chExt cx="175119" cy="17256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557962" y="5331619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42862" y="21431"/>
                    </a:moveTo>
                    <a:cubicBezTo>
                      <a:pt x="42862" y="33267"/>
                      <a:pt x="33267" y="42862"/>
                      <a:pt x="21431" y="42862"/>
                    </a:cubicBezTo>
                    <a:cubicBezTo>
                      <a:pt x="9595" y="42862"/>
                      <a:pt x="0" y="33267"/>
                      <a:pt x="0" y="21431"/>
                    </a:cubicBez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close/>
                    <a:moveTo>
                      <a:pt x="135731" y="114300"/>
                    </a:moveTo>
                    <a:cubicBezTo>
                      <a:pt x="123895" y="114300"/>
                      <a:pt x="114300" y="123895"/>
                      <a:pt x="114300" y="135731"/>
                    </a:cubicBezTo>
                    <a:cubicBezTo>
                      <a:pt x="114300" y="147567"/>
                      <a:pt x="123895" y="157162"/>
                      <a:pt x="135731" y="157162"/>
                    </a:cubicBezTo>
                    <a:cubicBezTo>
                      <a:pt x="147567" y="157162"/>
                      <a:pt x="157162" y="147567"/>
                      <a:pt x="157162" y="135731"/>
                    </a:cubicBezTo>
                    <a:cubicBezTo>
                      <a:pt x="157162" y="123895"/>
                      <a:pt x="147567" y="114300"/>
                      <a:pt x="135731" y="114300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548736" y="5323346"/>
                <a:ext cx="175119" cy="172565"/>
              </a:xfrm>
              <a:custGeom>
                <a:avLst/>
                <a:gdLst/>
                <a:ahLst/>
                <a:cxnLst/>
                <a:rect l="l" t="t" r="r" b="b"/>
                <a:pathLst>
                  <a:path w="175119" h="172565">
                    <a:moveTo>
                      <a:pt x="59233" y="29704"/>
                    </a:moveTo>
                    <a:cubicBezTo>
                      <a:pt x="59226" y="14856"/>
                      <a:pt x="47848" y="2488"/>
                      <a:pt x="33053" y="1244"/>
                    </a:cubicBezTo>
                    <a:cubicBezTo>
                      <a:pt x="18257" y="0"/>
                      <a:pt x="4974" y="10295"/>
                      <a:pt x="2487" y="24933"/>
                    </a:cubicBezTo>
                    <a:cubicBezTo>
                      <a:pt x="0" y="39571"/>
                      <a:pt x="9138" y="53674"/>
                      <a:pt x="23514" y="57386"/>
                    </a:cubicBezTo>
                    <a:lnTo>
                      <a:pt x="23514" y="116322"/>
                    </a:lnTo>
                    <a:cubicBezTo>
                      <a:pt x="9582" y="119920"/>
                      <a:pt x="498" y="133316"/>
                      <a:pt x="2311" y="147590"/>
                    </a:cubicBezTo>
                    <a:cubicBezTo>
                      <a:pt x="4124" y="161865"/>
                      <a:pt x="16269" y="172565"/>
                      <a:pt x="30658" y="172565"/>
                    </a:cubicBezTo>
                    <a:cubicBezTo>
                      <a:pt x="45048" y="172565"/>
                      <a:pt x="57192" y="161865"/>
                      <a:pt x="59005" y="147590"/>
                    </a:cubicBezTo>
                    <a:cubicBezTo>
                      <a:pt x="60819" y="133316"/>
                      <a:pt x="51734" y="119920"/>
                      <a:pt x="37802" y="116322"/>
                    </a:cubicBezTo>
                    <a:lnTo>
                      <a:pt x="37802" y="57386"/>
                    </a:lnTo>
                    <a:cubicBezTo>
                      <a:pt x="50413" y="54111"/>
                      <a:pt x="59221" y="42733"/>
                      <a:pt x="59233" y="29704"/>
                    </a:cubicBezTo>
                    <a:close/>
                    <a:moveTo>
                      <a:pt x="16371" y="29704"/>
                    </a:moveTo>
                    <a:cubicBezTo>
                      <a:pt x="16371" y="21813"/>
                      <a:pt x="22767" y="15417"/>
                      <a:pt x="30658" y="15417"/>
                    </a:cubicBezTo>
                    <a:cubicBezTo>
                      <a:pt x="38549" y="15417"/>
                      <a:pt x="44946" y="21813"/>
                      <a:pt x="44946" y="29704"/>
                    </a:cubicBezTo>
                    <a:cubicBezTo>
                      <a:pt x="44946" y="37595"/>
                      <a:pt x="38549" y="43992"/>
                      <a:pt x="30658" y="43992"/>
                    </a:cubicBezTo>
                    <a:cubicBezTo>
                      <a:pt x="22767" y="43992"/>
                      <a:pt x="16371" y="37595"/>
                      <a:pt x="16371" y="29704"/>
                    </a:cubicBezTo>
                    <a:close/>
                    <a:moveTo>
                      <a:pt x="44946" y="144004"/>
                    </a:moveTo>
                    <a:cubicBezTo>
                      <a:pt x="44946" y="151895"/>
                      <a:pt x="38549" y="158292"/>
                      <a:pt x="30658" y="158292"/>
                    </a:cubicBezTo>
                    <a:cubicBezTo>
                      <a:pt x="22767" y="158292"/>
                      <a:pt x="16371" y="151895"/>
                      <a:pt x="16371" y="144004"/>
                    </a:cubicBezTo>
                    <a:cubicBezTo>
                      <a:pt x="16371" y="136113"/>
                      <a:pt x="22767" y="129717"/>
                      <a:pt x="30658" y="129717"/>
                    </a:cubicBezTo>
                    <a:cubicBezTo>
                      <a:pt x="38549" y="129717"/>
                      <a:pt x="44946" y="136113"/>
                      <a:pt x="44946" y="144004"/>
                    </a:cubicBezTo>
                    <a:close/>
                    <a:moveTo>
                      <a:pt x="152102" y="116322"/>
                    </a:moveTo>
                    <a:lnTo>
                      <a:pt x="152102" y="83175"/>
                    </a:lnTo>
                    <a:cubicBezTo>
                      <a:pt x="152136" y="69906"/>
                      <a:pt x="146863" y="57174"/>
                      <a:pt x="137457" y="47814"/>
                    </a:cubicBezTo>
                    <a:lnTo>
                      <a:pt x="112195" y="22560"/>
                    </a:lnTo>
                    <a:lnTo>
                      <a:pt x="137814" y="22560"/>
                    </a:lnTo>
                    <a:cubicBezTo>
                      <a:pt x="141760" y="22560"/>
                      <a:pt x="144958" y="19362"/>
                      <a:pt x="144958" y="15417"/>
                    </a:cubicBezTo>
                    <a:cubicBezTo>
                      <a:pt x="144958" y="11471"/>
                      <a:pt x="141760" y="8273"/>
                      <a:pt x="137814" y="8273"/>
                    </a:cubicBezTo>
                    <a:lnTo>
                      <a:pt x="94952" y="8273"/>
                    </a:lnTo>
                    <a:cubicBezTo>
                      <a:pt x="91007" y="8273"/>
                      <a:pt x="87808" y="11471"/>
                      <a:pt x="87808" y="15417"/>
                    </a:cubicBezTo>
                    <a:lnTo>
                      <a:pt x="87808" y="58279"/>
                    </a:lnTo>
                    <a:cubicBezTo>
                      <a:pt x="87808" y="62225"/>
                      <a:pt x="91007" y="65423"/>
                      <a:pt x="94952" y="65423"/>
                    </a:cubicBezTo>
                    <a:cubicBezTo>
                      <a:pt x="98897" y="65423"/>
                      <a:pt x="102096" y="62225"/>
                      <a:pt x="102096" y="58279"/>
                    </a:cubicBezTo>
                    <a:lnTo>
                      <a:pt x="102096" y="32660"/>
                    </a:lnTo>
                    <a:lnTo>
                      <a:pt x="127349" y="57922"/>
                    </a:lnTo>
                    <a:cubicBezTo>
                      <a:pt x="134072" y="64603"/>
                      <a:pt x="137841" y="73697"/>
                      <a:pt x="137814" y="83175"/>
                    </a:cubicBezTo>
                    <a:lnTo>
                      <a:pt x="137814" y="116322"/>
                    </a:lnTo>
                    <a:cubicBezTo>
                      <a:pt x="123882" y="119920"/>
                      <a:pt x="114798" y="133316"/>
                      <a:pt x="116611" y="147590"/>
                    </a:cubicBezTo>
                    <a:cubicBezTo>
                      <a:pt x="118424" y="161865"/>
                      <a:pt x="130569" y="172565"/>
                      <a:pt x="144958" y="172565"/>
                    </a:cubicBezTo>
                    <a:cubicBezTo>
                      <a:pt x="159348" y="172565"/>
                      <a:pt x="171492" y="161865"/>
                      <a:pt x="173305" y="147590"/>
                    </a:cubicBezTo>
                    <a:cubicBezTo>
                      <a:pt x="175119" y="133316"/>
                      <a:pt x="166034" y="119920"/>
                      <a:pt x="152102" y="116322"/>
                    </a:cubicBezTo>
                    <a:close/>
                    <a:moveTo>
                      <a:pt x="144958" y="158292"/>
                    </a:moveTo>
                    <a:cubicBezTo>
                      <a:pt x="137067" y="158292"/>
                      <a:pt x="130671" y="151895"/>
                      <a:pt x="130671" y="144004"/>
                    </a:cubicBezTo>
                    <a:cubicBezTo>
                      <a:pt x="130671" y="136113"/>
                      <a:pt x="137067" y="129717"/>
                      <a:pt x="144958" y="129717"/>
                    </a:cubicBezTo>
                    <a:cubicBezTo>
                      <a:pt x="152849" y="129717"/>
                      <a:pt x="159246" y="136113"/>
                      <a:pt x="159246" y="144004"/>
                    </a:cubicBezTo>
                    <a:cubicBezTo>
                      <a:pt x="159246" y="151895"/>
                      <a:pt x="152849" y="158292"/>
                      <a:pt x="144958" y="158292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6822758" y="5310664"/>
              <a:ext cx="16454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审计与 ADR 可追溯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825615" y="5544502"/>
              <a:ext cx="5117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docs/ 七轮多平台耦合审计逐条处置；ADR 记录"会话历史迁 PGlite"等决策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515100" y="5867400"/>
              <a:ext cx="38100" cy="2286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654165" y="5925502"/>
              <a:ext cx="5585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这套纪律让 AI 辅助开发 10 周内产出可审计的 4.3 万行，而不是一堆 prompt 残渣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89" name="Line 89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196352" y="65893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13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6" grpId="0"/>
      <p:bldP spid="63" grpId="0"/>
      <p:bldP spid="8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9830791" cy="739140"/>
            <a:chOff x="609600" y="584835"/>
            <a:chExt cx="9830791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96745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"本地优先"说的是数据库住在哪里，不是"一切离线"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72785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README 里写得很直白 — 我们宁可把边界说清楚，也不借"隐私"二字做营销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9840354" cy="1123950"/>
            <a:chOff x="609600" y="1619250"/>
            <a:chExt cx="9840354" cy="1123950"/>
          </a:xfrm>
        </p:grpSpPr>
        <p:sp>
          <p:nvSpPr>
            <p:cNvPr id="7" name="Rectangle 7"/>
            <p:cNvSpPr/>
            <p:nvPr/>
          </p:nvSpPr>
          <p:spPr>
            <a:xfrm>
              <a:off x="609600" y="1619250"/>
              <a:ext cx="57150" cy="112395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3440" y="1710690"/>
              <a:ext cx="95965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"Local-first describes where the knowledge database lives by default.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3440" y="2053590"/>
              <a:ext cx="9003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It does </a:t>
              </a:r>
              <a:r>
                <a:rPr lang="zh-CN" sz="1800" b="1" dirty="0">
                  <a:solidFill>
                    <a:srgbClr val="C4502E"/>
                  </a:solidFill>
                  <a:latin typeface="Arial"/>
                  <a:ea typeface="Microsoft YaHei"/>
                  <a:cs typeface="Arial"/>
                </a:rPr>
                <a:t>not</a:t>
              </a:r>
              <a:r>
                <a:rPr lang="zh-CN" sz="18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mean every operation is offline or remains on-device."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2965" y="2496502"/>
              <a:ext cx="2556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— README.md · Privacy boundaries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" y="2962275"/>
            <a:ext cx="9876759" cy="759619"/>
            <a:chOff x="628650" y="2962275"/>
            <a:chExt cx="9876759" cy="759619"/>
          </a:xfrm>
        </p:grpSpPr>
        <p:grpSp>
          <p:nvGrpSpPr>
            <p:cNvPr id="14" name="Group 14"/>
            <p:cNvGrpSpPr/>
            <p:nvPr/>
          </p:nvGrpSpPr>
          <p:grpSpPr>
            <a:xfrm>
              <a:off x="628650" y="3048000"/>
              <a:ext cx="266700" cy="152400"/>
              <a:chOff x="628650" y="3048000"/>
              <a:chExt cx="266700" cy="152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38175" y="3057525"/>
                <a:ext cx="2476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33350">
                    <a:moveTo>
                      <a:pt x="247650" y="9525"/>
                    </a:moveTo>
                    <a:lnTo>
                      <a:pt x="247650" y="123825"/>
                    </a:lnTo>
                    <a:cubicBezTo>
                      <a:pt x="247650" y="129086"/>
                      <a:pt x="243386" y="133350"/>
                      <a:pt x="2381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238125" y="0"/>
                    </a:lnTo>
                    <a:cubicBezTo>
                      <a:pt x="243386" y="0"/>
                      <a:pt x="247650" y="4264"/>
                      <a:pt x="247650" y="9525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28650" y="30480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476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33350"/>
                    </a:lnTo>
                    <a:cubicBezTo>
                      <a:pt x="0" y="143871"/>
                      <a:pt x="8529" y="152400"/>
                      <a:pt x="19050" y="152400"/>
                    </a:cubicBezTo>
                    <a:lnTo>
                      <a:pt x="247650" y="152400"/>
                    </a:lnTo>
                    <a:cubicBezTo>
                      <a:pt x="258171" y="152400"/>
                      <a:pt x="266700" y="143871"/>
                      <a:pt x="266700" y="133350"/>
                    </a:cubicBezTo>
                    <a:lnTo>
                      <a:pt x="266700" y="19050"/>
                    </a:lnTo>
                    <a:cubicBezTo>
                      <a:pt x="266700" y="8529"/>
                      <a:pt x="258171" y="0"/>
                      <a:pt x="247650" y="0"/>
                    </a:cubicBezTo>
                    <a:close/>
                    <a:moveTo>
                      <a:pt x="247650" y="133350"/>
                    </a:moveTo>
                    <a:lnTo>
                      <a:pt x="19050" y="133350"/>
                    </a:lnTo>
                    <a:lnTo>
                      <a:pt x="19050" y="19050"/>
                    </a:lnTo>
                    <a:lnTo>
                      <a:pt x="247650" y="19050"/>
                    </a:lnTo>
                    <a:lnTo>
                      <a:pt x="247650" y="133350"/>
                    </a:lnTo>
                    <a:close/>
                    <a:moveTo>
                      <a:pt x="219075" y="76200"/>
                    </a:moveTo>
                    <a:cubicBezTo>
                      <a:pt x="219075" y="84091"/>
                      <a:pt x="212678" y="90488"/>
                      <a:pt x="204788" y="90488"/>
                    </a:cubicBezTo>
                    <a:cubicBezTo>
                      <a:pt x="196897" y="90488"/>
                      <a:pt x="190500" y="84091"/>
                      <a:pt x="190500" y="76200"/>
                    </a:cubicBezTo>
                    <a:cubicBezTo>
                      <a:pt x="190500" y="68309"/>
                      <a:pt x="196897" y="61912"/>
                      <a:pt x="204788" y="61912"/>
                    </a:cubicBezTo>
                    <a:cubicBezTo>
                      <a:pt x="212678" y="61912"/>
                      <a:pt x="219075" y="68309"/>
                      <a:pt x="219075" y="76200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7750" y="29622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留在本地的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0608" y="3234214"/>
              <a:ext cx="94548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知识库本体：items / contents / chunks / embeddings / tags / 会话历史，全部在浏览器 PGlite（IndexedDB）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0608" y="3462814"/>
              <a:ext cx="38404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不配任何 AI 服务也能导入、浏览、关键词搜索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7363" y="3743325"/>
            <a:ext cx="9486997" cy="759619"/>
            <a:chOff x="627363" y="3743325"/>
            <a:chExt cx="9486997" cy="759619"/>
          </a:xfrm>
        </p:grpSpPr>
        <p:grpSp>
          <p:nvGrpSpPr>
            <p:cNvPr id="21" name="Group 21"/>
            <p:cNvGrpSpPr/>
            <p:nvPr/>
          </p:nvGrpSpPr>
          <p:grpSpPr>
            <a:xfrm>
              <a:off x="627363" y="3781424"/>
              <a:ext cx="269267" cy="238235"/>
              <a:chOff x="627363" y="3781424"/>
              <a:chExt cx="269267" cy="23823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33412" y="3787640"/>
                <a:ext cx="257175" cy="22238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2385">
                    <a:moveTo>
                      <a:pt x="232720" y="222385"/>
                    </a:moveTo>
                    <a:lnTo>
                      <a:pt x="24455" y="222385"/>
                    </a:lnTo>
                    <a:cubicBezTo>
                      <a:pt x="9430" y="222385"/>
                      <a:pt x="0" y="206657"/>
                      <a:pt x="7299" y="193917"/>
                    </a:cubicBezTo>
                    <a:lnTo>
                      <a:pt x="111431" y="13097"/>
                    </a:lnTo>
                    <a:cubicBezTo>
                      <a:pt x="118932" y="0"/>
                      <a:pt x="138243" y="0"/>
                      <a:pt x="145744" y="13097"/>
                    </a:cubicBezTo>
                    <a:lnTo>
                      <a:pt x="249876" y="193917"/>
                    </a:lnTo>
                    <a:cubicBezTo>
                      <a:pt x="257175" y="206657"/>
                      <a:pt x="247745" y="222385"/>
                      <a:pt x="232720" y="222385"/>
                    </a:cubicBezTo>
                    <a:close/>
                  </a:path>
                </a:pathLst>
              </a:custGeom>
              <a:solidFill>
                <a:srgbClr val="E53935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27363" y="3781424"/>
                <a:ext cx="269267" cy="238235"/>
              </a:xfrm>
              <a:custGeom>
                <a:avLst/>
                <a:gdLst/>
                <a:ahLst/>
                <a:cxnLst/>
                <a:rect l="l" t="t" r="r" b="b"/>
                <a:pathLst>
                  <a:path w="269267" h="238235">
                    <a:moveTo>
                      <a:pt x="264177" y="195370"/>
                    </a:moveTo>
                    <a:lnTo>
                      <a:pt x="160057" y="14550"/>
                    </a:lnTo>
                    <a:lnTo>
                      <a:pt x="160057" y="14550"/>
                    </a:lnTo>
                    <a:cubicBezTo>
                      <a:pt x="154763" y="5536"/>
                      <a:pt x="145091" y="0"/>
                      <a:pt x="134637" y="0"/>
                    </a:cubicBezTo>
                    <a:cubicBezTo>
                      <a:pt x="124183" y="0"/>
                      <a:pt x="114511" y="5536"/>
                      <a:pt x="109217" y="14550"/>
                    </a:cubicBezTo>
                    <a:lnTo>
                      <a:pt x="5097" y="195370"/>
                    </a:lnTo>
                    <a:cubicBezTo>
                      <a:pt x="0" y="204094"/>
                      <a:pt x="0" y="214888"/>
                      <a:pt x="5097" y="223612"/>
                    </a:cubicBezTo>
                    <a:cubicBezTo>
                      <a:pt x="10327" y="232686"/>
                      <a:pt x="20044" y="238235"/>
                      <a:pt x="30517" y="238126"/>
                    </a:cubicBezTo>
                    <a:lnTo>
                      <a:pt x="238757" y="238126"/>
                    </a:lnTo>
                    <a:cubicBezTo>
                      <a:pt x="249222" y="238226"/>
                      <a:pt x="258928" y="232679"/>
                      <a:pt x="264153" y="223612"/>
                    </a:cubicBezTo>
                    <a:cubicBezTo>
                      <a:pt x="269258" y="214892"/>
                      <a:pt x="269267" y="204099"/>
                      <a:pt x="264177" y="195370"/>
                    </a:cubicBezTo>
                    <a:close/>
                    <a:moveTo>
                      <a:pt x="247663" y="214075"/>
                    </a:moveTo>
                    <a:cubicBezTo>
                      <a:pt x="245815" y="217228"/>
                      <a:pt x="242411" y="219139"/>
                      <a:pt x="238757" y="219076"/>
                    </a:cubicBezTo>
                    <a:lnTo>
                      <a:pt x="30517" y="219076"/>
                    </a:lnTo>
                    <a:cubicBezTo>
                      <a:pt x="26863" y="219139"/>
                      <a:pt x="23459" y="217228"/>
                      <a:pt x="21611" y="214075"/>
                    </a:cubicBezTo>
                    <a:cubicBezTo>
                      <a:pt x="19936" y="211240"/>
                      <a:pt x="19936" y="207719"/>
                      <a:pt x="21611" y="204884"/>
                    </a:cubicBezTo>
                    <a:lnTo>
                      <a:pt x="125731" y="24063"/>
                    </a:lnTo>
                    <a:cubicBezTo>
                      <a:pt x="127615" y="20929"/>
                      <a:pt x="131004" y="19011"/>
                      <a:pt x="134661" y="19011"/>
                    </a:cubicBezTo>
                    <a:cubicBezTo>
                      <a:pt x="138318" y="19011"/>
                      <a:pt x="141707" y="20929"/>
                      <a:pt x="143591" y="24063"/>
                    </a:cubicBezTo>
                    <a:lnTo>
                      <a:pt x="247711" y="204884"/>
                    </a:lnTo>
                    <a:cubicBezTo>
                      <a:pt x="249371" y="207727"/>
                      <a:pt x="249352" y="211249"/>
                      <a:pt x="247663" y="214075"/>
                    </a:cubicBezTo>
                    <a:close/>
                    <a:moveTo>
                      <a:pt x="125112" y="142876"/>
                    </a:moveTo>
                    <a:lnTo>
                      <a:pt x="125112" y="95251"/>
                    </a:lnTo>
                    <a:cubicBezTo>
                      <a:pt x="125112" y="89990"/>
                      <a:pt x="129377" y="85726"/>
                      <a:pt x="134637" y="85726"/>
                    </a:cubicBezTo>
                    <a:cubicBezTo>
                      <a:pt x="139898" y="85726"/>
                      <a:pt x="144162" y="89990"/>
                      <a:pt x="144162" y="95251"/>
                    </a:cubicBezTo>
                    <a:lnTo>
                      <a:pt x="144162" y="142876"/>
                    </a:lnTo>
                    <a:cubicBezTo>
                      <a:pt x="144162" y="148136"/>
                      <a:pt x="139898" y="152401"/>
                      <a:pt x="134637" y="152401"/>
                    </a:cubicBezTo>
                    <a:cubicBezTo>
                      <a:pt x="129377" y="152401"/>
                      <a:pt x="125112" y="148136"/>
                      <a:pt x="125112" y="142876"/>
                    </a:cubicBezTo>
                    <a:close/>
                    <a:moveTo>
                      <a:pt x="148925" y="185738"/>
                    </a:moveTo>
                    <a:cubicBezTo>
                      <a:pt x="148925" y="193629"/>
                      <a:pt x="142528" y="200026"/>
                      <a:pt x="134637" y="200026"/>
                    </a:cubicBezTo>
                    <a:cubicBezTo>
                      <a:pt x="126746" y="200026"/>
                      <a:pt x="120350" y="193629"/>
                      <a:pt x="120350" y="185738"/>
                    </a:cubicBezTo>
                    <a:cubicBezTo>
                      <a:pt x="120350" y="177848"/>
                      <a:pt x="126746" y="171451"/>
                      <a:pt x="134637" y="171451"/>
                    </a:cubicBezTo>
                    <a:cubicBezTo>
                      <a:pt x="142528" y="171451"/>
                      <a:pt x="148925" y="177848"/>
                      <a:pt x="148925" y="185738"/>
                    </a:cubicBezTo>
                    <a:close/>
                  </a:path>
                </a:pathLst>
              </a:custGeom>
              <a:solidFill>
                <a:srgbClr val="E5393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7750" y="374332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会出网的：采集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0608" y="4015264"/>
              <a:ext cx="90637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向对应平台发请求 — 复用浏览器已有登录态（B站 / X / 知乎）或你提供的凭据（GitHub PAT / YouTube key）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0608" y="4243864"/>
              <a:ext cx="34121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favbase 不要求粘贴任何平台的账户密码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7363" y="4524375"/>
            <a:ext cx="6786897" cy="759619"/>
            <a:chOff x="627363" y="4524375"/>
            <a:chExt cx="6786897" cy="759619"/>
          </a:xfrm>
        </p:grpSpPr>
        <p:grpSp>
          <p:nvGrpSpPr>
            <p:cNvPr id="28" name="Group 28"/>
            <p:cNvGrpSpPr/>
            <p:nvPr/>
          </p:nvGrpSpPr>
          <p:grpSpPr>
            <a:xfrm>
              <a:off x="627363" y="4562474"/>
              <a:ext cx="269267" cy="238235"/>
              <a:chOff x="627363" y="4562474"/>
              <a:chExt cx="269267" cy="23823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33412" y="4568690"/>
                <a:ext cx="257175" cy="22238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2385">
                    <a:moveTo>
                      <a:pt x="232720" y="222385"/>
                    </a:moveTo>
                    <a:lnTo>
                      <a:pt x="24455" y="222385"/>
                    </a:lnTo>
                    <a:cubicBezTo>
                      <a:pt x="9430" y="222385"/>
                      <a:pt x="0" y="206657"/>
                      <a:pt x="7299" y="193917"/>
                    </a:cubicBezTo>
                    <a:lnTo>
                      <a:pt x="111431" y="13097"/>
                    </a:lnTo>
                    <a:cubicBezTo>
                      <a:pt x="118932" y="0"/>
                      <a:pt x="138243" y="0"/>
                      <a:pt x="145744" y="13097"/>
                    </a:cubicBezTo>
                    <a:lnTo>
                      <a:pt x="249876" y="193917"/>
                    </a:lnTo>
                    <a:cubicBezTo>
                      <a:pt x="257175" y="206657"/>
                      <a:pt x="247745" y="222385"/>
                      <a:pt x="232720" y="222385"/>
                    </a:cubicBezTo>
                    <a:close/>
                  </a:path>
                </a:pathLst>
              </a:custGeom>
              <a:solidFill>
                <a:srgbClr val="E53935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27363" y="4562474"/>
                <a:ext cx="269267" cy="238235"/>
              </a:xfrm>
              <a:custGeom>
                <a:avLst/>
                <a:gdLst/>
                <a:ahLst/>
                <a:cxnLst/>
                <a:rect l="l" t="t" r="r" b="b"/>
                <a:pathLst>
                  <a:path w="269267" h="238235">
                    <a:moveTo>
                      <a:pt x="264177" y="195370"/>
                    </a:moveTo>
                    <a:lnTo>
                      <a:pt x="160057" y="14550"/>
                    </a:lnTo>
                    <a:lnTo>
                      <a:pt x="160057" y="14550"/>
                    </a:lnTo>
                    <a:cubicBezTo>
                      <a:pt x="154763" y="5536"/>
                      <a:pt x="145091" y="0"/>
                      <a:pt x="134637" y="0"/>
                    </a:cubicBezTo>
                    <a:cubicBezTo>
                      <a:pt x="124183" y="0"/>
                      <a:pt x="114511" y="5536"/>
                      <a:pt x="109217" y="14550"/>
                    </a:cubicBezTo>
                    <a:lnTo>
                      <a:pt x="5097" y="195370"/>
                    </a:lnTo>
                    <a:cubicBezTo>
                      <a:pt x="0" y="204094"/>
                      <a:pt x="0" y="214888"/>
                      <a:pt x="5097" y="223612"/>
                    </a:cubicBezTo>
                    <a:cubicBezTo>
                      <a:pt x="10327" y="232686"/>
                      <a:pt x="20044" y="238235"/>
                      <a:pt x="30517" y="238126"/>
                    </a:cubicBezTo>
                    <a:lnTo>
                      <a:pt x="238757" y="238126"/>
                    </a:lnTo>
                    <a:cubicBezTo>
                      <a:pt x="249222" y="238226"/>
                      <a:pt x="258928" y="232679"/>
                      <a:pt x="264153" y="223612"/>
                    </a:cubicBezTo>
                    <a:cubicBezTo>
                      <a:pt x="269258" y="214892"/>
                      <a:pt x="269267" y="204099"/>
                      <a:pt x="264177" y="195370"/>
                    </a:cubicBezTo>
                    <a:close/>
                    <a:moveTo>
                      <a:pt x="247663" y="214075"/>
                    </a:moveTo>
                    <a:cubicBezTo>
                      <a:pt x="245815" y="217228"/>
                      <a:pt x="242411" y="219139"/>
                      <a:pt x="238757" y="219076"/>
                    </a:cubicBezTo>
                    <a:lnTo>
                      <a:pt x="30517" y="219076"/>
                    </a:lnTo>
                    <a:cubicBezTo>
                      <a:pt x="26863" y="219139"/>
                      <a:pt x="23459" y="217228"/>
                      <a:pt x="21611" y="214075"/>
                    </a:cubicBezTo>
                    <a:cubicBezTo>
                      <a:pt x="19936" y="211240"/>
                      <a:pt x="19936" y="207719"/>
                      <a:pt x="21611" y="204884"/>
                    </a:cubicBezTo>
                    <a:lnTo>
                      <a:pt x="125731" y="24063"/>
                    </a:lnTo>
                    <a:cubicBezTo>
                      <a:pt x="127615" y="20929"/>
                      <a:pt x="131004" y="19011"/>
                      <a:pt x="134661" y="19011"/>
                    </a:cubicBezTo>
                    <a:cubicBezTo>
                      <a:pt x="138318" y="19011"/>
                      <a:pt x="141707" y="20929"/>
                      <a:pt x="143591" y="24063"/>
                    </a:cubicBezTo>
                    <a:lnTo>
                      <a:pt x="247711" y="204884"/>
                    </a:lnTo>
                    <a:cubicBezTo>
                      <a:pt x="249371" y="207727"/>
                      <a:pt x="249352" y="211249"/>
                      <a:pt x="247663" y="214075"/>
                    </a:cubicBezTo>
                    <a:close/>
                    <a:moveTo>
                      <a:pt x="125112" y="142876"/>
                    </a:moveTo>
                    <a:lnTo>
                      <a:pt x="125112" y="95251"/>
                    </a:lnTo>
                    <a:cubicBezTo>
                      <a:pt x="125112" y="89990"/>
                      <a:pt x="129377" y="85726"/>
                      <a:pt x="134637" y="85726"/>
                    </a:cubicBezTo>
                    <a:cubicBezTo>
                      <a:pt x="139898" y="85726"/>
                      <a:pt x="144162" y="89990"/>
                      <a:pt x="144162" y="95251"/>
                    </a:cubicBezTo>
                    <a:lnTo>
                      <a:pt x="144162" y="142876"/>
                    </a:lnTo>
                    <a:cubicBezTo>
                      <a:pt x="144162" y="148136"/>
                      <a:pt x="139898" y="152401"/>
                      <a:pt x="134637" y="152401"/>
                    </a:cubicBezTo>
                    <a:cubicBezTo>
                      <a:pt x="129377" y="152401"/>
                      <a:pt x="125112" y="148136"/>
                      <a:pt x="125112" y="142876"/>
                    </a:cubicBezTo>
                    <a:close/>
                    <a:moveTo>
                      <a:pt x="148925" y="185738"/>
                    </a:moveTo>
                    <a:cubicBezTo>
                      <a:pt x="148925" y="193629"/>
                      <a:pt x="142528" y="200026"/>
                      <a:pt x="134637" y="200026"/>
                    </a:cubicBezTo>
                    <a:cubicBezTo>
                      <a:pt x="126746" y="200026"/>
                      <a:pt x="120350" y="193629"/>
                      <a:pt x="120350" y="185738"/>
                    </a:cubicBezTo>
                    <a:cubicBezTo>
                      <a:pt x="120350" y="177848"/>
                      <a:pt x="126746" y="171451"/>
                      <a:pt x="134637" y="171451"/>
                    </a:cubicBezTo>
                    <a:cubicBezTo>
                      <a:pt x="142528" y="171451"/>
                      <a:pt x="148925" y="177848"/>
                      <a:pt x="148925" y="185738"/>
                    </a:cubicBezTo>
                    <a:close/>
                  </a:path>
                </a:pathLst>
              </a:custGeom>
              <a:solidFill>
                <a:srgbClr val="E53935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7750" y="4524375"/>
              <a:ext cx="13837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会出网的：AI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0608" y="4796314"/>
              <a:ext cx="63636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LLM / Embedding / ASR 会把相关查询、文本或媒体发给你自己配置的服务商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0608" y="5024914"/>
              <a:ext cx="43990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Ollama 本地 embedding 是当前唯一全离线的 AI 选项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7700" y="5305425"/>
            <a:ext cx="7101745" cy="759619"/>
            <a:chOff x="647700" y="5305425"/>
            <a:chExt cx="7101745" cy="759619"/>
          </a:xfrm>
        </p:grpSpPr>
        <p:grpSp>
          <p:nvGrpSpPr>
            <p:cNvPr id="35" name="Group 35"/>
            <p:cNvGrpSpPr/>
            <p:nvPr/>
          </p:nvGrpSpPr>
          <p:grpSpPr>
            <a:xfrm>
              <a:off x="647700" y="5324475"/>
              <a:ext cx="228600" cy="257175"/>
              <a:chOff x="647700" y="5324475"/>
              <a:chExt cx="228600" cy="25717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57225" y="5419725"/>
                <a:ext cx="2095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52400">
                    <a:moveTo>
                      <a:pt x="209550" y="9525"/>
                    </a:moveTo>
                    <a:lnTo>
                      <a:pt x="209550" y="142875"/>
                    </a:lnTo>
                    <a:cubicBezTo>
                      <a:pt x="209550" y="148136"/>
                      <a:pt x="205286" y="152400"/>
                      <a:pt x="2000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200025" y="0"/>
                    </a:lnTo>
                    <a:cubicBezTo>
                      <a:pt x="205286" y="0"/>
                      <a:pt x="209550" y="4264"/>
                      <a:pt x="209550" y="9525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7700" y="5324475"/>
                <a:ext cx="2286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57175">
                    <a:moveTo>
                      <a:pt x="209550" y="85725"/>
                    </a:moveTo>
                    <a:lnTo>
                      <a:pt x="171450" y="85725"/>
                    </a:lnTo>
                    <a:lnTo>
                      <a:pt x="171450" y="57150"/>
                    </a:lnTo>
                    <a:cubicBezTo>
                      <a:pt x="171450" y="25587"/>
                      <a:pt x="145863" y="0"/>
                      <a:pt x="114300" y="0"/>
                    </a:cubicBezTo>
                    <a:cubicBezTo>
                      <a:pt x="82737" y="0"/>
                      <a:pt x="57150" y="25587"/>
                      <a:pt x="57150" y="57150"/>
                    </a:cubicBezTo>
                    <a:lnTo>
                      <a:pt x="57150" y="85725"/>
                    </a:lnTo>
                    <a:lnTo>
                      <a:pt x="19050" y="85725"/>
                    </a:lnTo>
                    <a:cubicBezTo>
                      <a:pt x="8529" y="85725"/>
                      <a:pt x="0" y="94254"/>
                      <a:pt x="0" y="104775"/>
                    </a:cubicBezTo>
                    <a:lnTo>
                      <a:pt x="0" y="238125"/>
                    </a:lnTo>
                    <a:cubicBezTo>
                      <a:pt x="0" y="248646"/>
                      <a:pt x="8529" y="257175"/>
                      <a:pt x="19050" y="257175"/>
                    </a:cubicBezTo>
                    <a:lnTo>
                      <a:pt x="209550" y="257175"/>
                    </a:lnTo>
                    <a:cubicBezTo>
                      <a:pt x="220071" y="257175"/>
                      <a:pt x="228600" y="248646"/>
                      <a:pt x="228600" y="238125"/>
                    </a:cubicBezTo>
                    <a:lnTo>
                      <a:pt x="228600" y="104775"/>
                    </a:lnTo>
                    <a:cubicBezTo>
                      <a:pt x="228600" y="94254"/>
                      <a:pt x="220071" y="85725"/>
                      <a:pt x="209550" y="85725"/>
                    </a:cubicBezTo>
                    <a:close/>
                    <a:moveTo>
                      <a:pt x="76200" y="57150"/>
                    </a:moveTo>
                    <a:cubicBezTo>
                      <a:pt x="76200" y="36108"/>
                      <a:pt x="93258" y="19050"/>
                      <a:pt x="114300" y="19050"/>
                    </a:cubicBezTo>
                    <a:cubicBezTo>
                      <a:pt x="135342" y="19050"/>
                      <a:pt x="152400" y="36108"/>
                      <a:pt x="152400" y="57150"/>
                    </a:cubicBezTo>
                    <a:lnTo>
                      <a:pt x="152400" y="85725"/>
                    </a:lnTo>
                    <a:lnTo>
                      <a:pt x="76200" y="85725"/>
                    </a:lnTo>
                    <a:close/>
                    <a:moveTo>
                      <a:pt x="209550" y="238125"/>
                    </a:moveTo>
                    <a:lnTo>
                      <a:pt x="19050" y="238125"/>
                    </a:lnTo>
                    <a:lnTo>
                      <a:pt x="19050" y="104775"/>
                    </a:lnTo>
                    <a:lnTo>
                      <a:pt x="209550" y="104775"/>
                    </a:lnTo>
                    <a:lnTo>
                      <a:pt x="209550" y="238125"/>
                    </a:lnTo>
                    <a:close/>
                    <a:moveTo>
                      <a:pt x="128588" y="171450"/>
                    </a:moveTo>
                    <a:cubicBezTo>
                      <a:pt x="128588" y="179341"/>
                      <a:pt x="122191" y="185738"/>
                      <a:pt x="114300" y="185738"/>
                    </a:cubicBezTo>
                    <a:cubicBezTo>
                      <a:pt x="106409" y="185738"/>
                      <a:pt x="100012" y="179341"/>
                      <a:pt x="100012" y="171450"/>
                    </a:cubicBezTo>
                    <a:cubicBezTo>
                      <a:pt x="100012" y="163559"/>
                      <a:pt x="106409" y="157162"/>
                      <a:pt x="114300" y="157162"/>
                    </a:cubicBezTo>
                    <a:cubicBezTo>
                      <a:pt x="122191" y="157162"/>
                      <a:pt x="128588" y="163559"/>
                      <a:pt x="128588" y="171450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7750" y="5305425"/>
              <a:ext cx="23613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实验性 WebDAV 与导出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0608" y="5577364"/>
              <a:ext cx="66988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WebDAV 目前只同步整份配置（可能含 API key，AES-GCM 混淆），不同步知识库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0608" y="5805964"/>
              <a:ext cx="50136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JSON / CSV / Obsidian 导出文件含你的全部资料，自行保管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93408" y="6134100"/>
            <a:ext cx="10988992" cy="350044"/>
            <a:chOff x="593408" y="6134100"/>
            <a:chExt cx="10988992" cy="350044"/>
          </a:xfrm>
        </p:grpSpPr>
        <p:sp>
          <p:nvSpPr>
            <p:cNvPr id="40" name="Line 40"/>
            <p:cNvSpPr/>
            <p:nvPr/>
          </p:nvSpPr>
          <p:spPr>
            <a:xfrm>
              <a:off x="609600" y="613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3408" y="6225064"/>
              <a:ext cx="810754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Agent 的只读边界 + 数据的出网边界，两条线都写在 README 和代码里，而不是写在宣传语里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43" name="Line 43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96352" y="65893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14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5" grpId="0"/>
      <p:bldP spid="32" grpId="0"/>
      <p:bldP spid="39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84835"/>
            <a:ext cx="6124575" cy="739140"/>
            <a:chOff x="609600" y="584835"/>
            <a:chExt cx="6124575" cy="739140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57150" cy="342900"/>
            </a:xfrm>
            <a:prstGeom prst="rect">
              <a:avLst/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33809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已上架，持续演进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1050" y="1019175"/>
              <a:ext cx="59531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左边是今天能装上就用的；右边是接下来几个版本会动的地方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6265" y="1505902"/>
            <a:ext cx="5733789" cy="3235167"/>
            <a:chOff x="596265" y="1505902"/>
            <a:chExt cx="5733789" cy="323516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1505902"/>
              <a:ext cx="1226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已交付 · v0.0.5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32817" y="1832967"/>
              <a:ext cx="201216" cy="201216"/>
              <a:chOff x="632817" y="1832967"/>
              <a:chExt cx="201216" cy="2012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40556" y="18407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32817" y="1832967"/>
                <a:ext cx="201216" cy="201216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201216">
                    <a:moveTo>
                      <a:pt x="144779" y="71915"/>
                    </a:moveTo>
                    <a:cubicBezTo>
                      <a:pt x="146232" y="73367"/>
                      <a:pt x="147048" y="75337"/>
                      <a:pt x="147048" y="77391"/>
                    </a:cubicBezTo>
                    <a:cubicBezTo>
                      <a:pt x="147048" y="79445"/>
                      <a:pt x="146232" y="81414"/>
                      <a:pt x="144779" y="82866"/>
                    </a:cubicBezTo>
                    <a:lnTo>
                      <a:pt x="90605" y="137039"/>
                    </a:lnTo>
                    <a:cubicBezTo>
                      <a:pt x="89153" y="138493"/>
                      <a:pt x="87184" y="139309"/>
                      <a:pt x="85130" y="139309"/>
                    </a:cubicBezTo>
                    <a:cubicBezTo>
                      <a:pt x="83076" y="139309"/>
                      <a:pt x="81106" y="138493"/>
                      <a:pt x="79654" y="137039"/>
                    </a:cubicBezTo>
                    <a:lnTo>
                      <a:pt x="56437" y="113822"/>
                    </a:lnTo>
                    <a:cubicBezTo>
                      <a:pt x="53413" y="110798"/>
                      <a:pt x="53413" y="105895"/>
                      <a:pt x="56437" y="102871"/>
                    </a:cubicBezTo>
                    <a:cubicBezTo>
                      <a:pt x="59461" y="99848"/>
                      <a:pt x="64364" y="99848"/>
                      <a:pt x="67388" y="102871"/>
                    </a:cubicBezTo>
                    <a:lnTo>
                      <a:pt x="85130" y="120623"/>
                    </a:lnTo>
                    <a:lnTo>
                      <a:pt x="133828" y="71915"/>
                    </a:lnTo>
                    <a:cubicBezTo>
                      <a:pt x="135279" y="70462"/>
                      <a:pt x="137249" y="69645"/>
                      <a:pt x="139303" y="69645"/>
                    </a:cubicBezTo>
                    <a:cubicBezTo>
                      <a:pt x="141357" y="69645"/>
                      <a:pt x="143327" y="70462"/>
                      <a:pt x="144779" y="71915"/>
                    </a:cubicBezTo>
                    <a:close/>
                    <a:moveTo>
                      <a:pt x="201216" y="100608"/>
                    </a:moveTo>
                    <a:cubicBezTo>
                      <a:pt x="201216" y="156172"/>
                      <a:pt x="156172" y="201216"/>
                      <a:pt x="100608" y="201216"/>
                    </a:cubicBezTo>
                    <a:cubicBezTo>
                      <a:pt x="45044" y="201216"/>
                      <a:pt x="0" y="156172"/>
                      <a:pt x="0" y="100608"/>
                    </a:cubicBezTo>
                    <a:cubicBezTo>
                      <a:pt x="0" y="45044"/>
                      <a:pt x="45044" y="0"/>
                      <a:pt x="100608" y="0"/>
                    </a:cubicBezTo>
                    <a:cubicBezTo>
                      <a:pt x="156148" y="59"/>
                      <a:pt x="201157" y="45068"/>
                      <a:pt x="201216" y="100608"/>
                    </a:cubicBezTo>
                    <a:close/>
                    <a:moveTo>
                      <a:pt x="185738" y="100608"/>
                    </a:moveTo>
                    <a:cubicBezTo>
                      <a:pt x="185738" y="53592"/>
                      <a:pt x="147624" y="15478"/>
                      <a:pt x="100608" y="15478"/>
                    </a:cubicBezTo>
                    <a:cubicBezTo>
                      <a:pt x="53592" y="15478"/>
                      <a:pt x="15478" y="53592"/>
                      <a:pt x="15478" y="100608"/>
                    </a:cubicBezTo>
                    <a:cubicBezTo>
                      <a:pt x="15478" y="147624"/>
                      <a:pt x="53592" y="185738"/>
                      <a:pt x="100608" y="185738"/>
                    </a:cubicBezTo>
                    <a:cubicBezTo>
                      <a:pt x="147602" y="185684"/>
                      <a:pt x="185684" y="147602"/>
                      <a:pt x="185738" y="10060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11" name="Freeform 11"/>
            <p:cNvSpPr/>
            <p:nvPr/>
          </p:nvSpPr>
          <p:spPr>
            <a:xfrm>
              <a:off x="971550" y="1843093"/>
              <a:ext cx="209550" cy="180973"/>
            </a:xfrm>
            <a:custGeom>
              <a:avLst/>
              <a:gdLst/>
              <a:ahLst/>
              <a:cxnLst/>
              <a:rect l="l" t="t" r="r" b="b"/>
              <a:pathLst>
                <a:path w="209550" h="180973">
                  <a:moveTo>
                    <a:pt x="0" y="0"/>
                  </a:moveTo>
                  <a:lnTo>
                    <a:pt x="0" y="166680"/>
                  </a:lnTo>
                  <a:cubicBezTo>
                    <a:pt x="0" y="174538"/>
                    <a:pt x="6426" y="180964"/>
                    <a:pt x="14284" y="180964"/>
                  </a:cubicBezTo>
                  <a:lnTo>
                    <a:pt x="15428" y="180964"/>
                  </a:lnTo>
                  <a:cubicBezTo>
                    <a:pt x="14674" y="176240"/>
                    <a:pt x="14295" y="171463"/>
                    <a:pt x="14293" y="166680"/>
                  </a:cubicBezTo>
                  <a:cubicBezTo>
                    <a:pt x="14256" y="149199"/>
                    <a:pt x="19314" y="132087"/>
                    <a:pt x="28848" y="117435"/>
                  </a:cubicBezTo>
                  <a:lnTo>
                    <a:pt x="65537" y="180964"/>
                  </a:lnTo>
                  <a:lnTo>
                    <a:pt x="75386" y="180964"/>
                  </a:lnTo>
                  <a:cubicBezTo>
                    <a:pt x="70497" y="170807"/>
                    <a:pt x="71145" y="158855"/>
                    <a:pt x="77104" y="149286"/>
                  </a:cubicBezTo>
                  <a:cubicBezTo>
                    <a:pt x="83063" y="139718"/>
                    <a:pt x="93503" y="133864"/>
                    <a:pt x="104775" y="133771"/>
                  </a:cubicBezTo>
                  <a:cubicBezTo>
                    <a:pt x="116049" y="133863"/>
                    <a:pt x="126493" y="139718"/>
                    <a:pt x="132452" y="149289"/>
                  </a:cubicBezTo>
                  <a:cubicBezTo>
                    <a:pt x="138411" y="158860"/>
                    <a:pt x="139057" y="170815"/>
                    <a:pt x="134164" y="180973"/>
                  </a:cubicBezTo>
                  <a:lnTo>
                    <a:pt x="143315" y="180973"/>
                  </a:lnTo>
                  <a:cubicBezTo>
                    <a:pt x="149683" y="163907"/>
                    <a:pt x="144041" y="144686"/>
                    <a:pt x="129458" y="133771"/>
                  </a:cubicBezTo>
                  <a:lnTo>
                    <a:pt x="189093" y="133771"/>
                  </a:lnTo>
                  <a:cubicBezTo>
                    <a:pt x="194952" y="148774"/>
                    <a:pt x="196692" y="165071"/>
                    <a:pt x="194131" y="180973"/>
                  </a:cubicBezTo>
                  <a:lnTo>
                    <a:pt x="195266" y="180973"/>
                  </a:lnTo>
                  <a:cubicBezTo>
                    <a:pt x="203124" y="180973"/>
                    <a:pt x="209550" y="174538"/>
                    <a:pt x="209550" y="166680"/>
                  </a:cubicBezTo>
                  <a:lnTo>
                    <a:pt x="209550" y="0"/>
                  </a:lnTo>
                  <a:close/>
                  <a:moveTo>
                    <a:pt x="80965" y="19043"/>
                  </a:moveTo>
                  <a:lnTo>
                    <a:pt x="128585" y="19043"/>
                  </a:lnTo>
                  <a:cubicBezTo>
                    <a:pt x="133846" y="19043"/>
                    <a:pt x="138111" y="23308"/>
                    <a:pt x="138111" y="28569"/>
                  </a:cubicBezTo>
                  <a:cubicBezTo>
                    <a:pt x="138111" y="33830"/>
                    <a:pt x="133846" y="38094"/>
                    <a:pt x="128585" y="38094"/>
                  </a:cubicBezTo>
                  <a:lnTo>
                    <a:pt x="80965" y="38094"/>
                  </a:lnTo>
                  <a:cubicBezTo>
                    <a:pt x="75704" y="38094"/>
                    <a:pt x="71439" y="33830"/>
                    <a:pt x="71439" y="28569"/>
                  </a:cubicBezTo>
                  <a:cubicBezTo>
                    <a:pt x="71439" y="23308"/>
                    <a:pt x="75704" y="19043"/>
                    <a:pt x="80965" y="19043"/>
                  </a:cubicBezTo>
                  <a:moveTo>
                    <a:pt x="104775" y="76198"/>
                  </a:moveTo>
                  <a:cubicBezTo>
                    <a:pt x="138788" y="76183"/>
                    <a:pt x="169934" y="95249"/>
                    <a:pt x="185391" y="125547"/>
                  </a:cubicBezTo>
                  <a:lnTo>
                    <a:pt x="104775" y="125547"/>
                  </a:lnTo>
                  <a:cubicBezTo>
                    <a:pt x="83956" y="125544"/>
                    <a:pt x="66419" y="141101"/>
                    <a:pt x="63939" y="161773"/>
                  </a:cubicBezTo>
                  <a:lnTo>
                    <a:pt x="34139" y="110127"/>
                  </a:lnTo>
                  <a:cubicBezTo>
                    <a:pt x="51293" y="88656"/>
                    <a:pt x="77293" y="76167"/>
                    <a:pt x="104775" y="76198"/>
                  </a:cubicBezTo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79208" y="1853089"/>
              <a:ext cx="49763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Chrome Web Store 正式上架，也可从源码 </a:t>
              </a:r>
              <a:r>
                <a:rPr lang="zh-CN" sz="1275" dirty="0">
                  <a:solidFill>
                    <a:srgbClr val="C4502E"/>
                  </a:solidFill>
                  <a:latin typeface="Consolas"/>
                  <a:ea typeface="Microsoft YaHei"/>
                  <a:cs typeface="Consolas"/>
                </a:rPr>
                <a:t>pnpm build</a:t>
              </a:r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 加载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632817" y="2271117"/>
              <a:ext cx="201216" cy="201216"/>
              <a:chOff x="632817" y="2271117"/>
              <a:chExt cx="201216" cy="20121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40556" y="22788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32817" y="2271117"/>
                <a:ext cx="201216" cy="201216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201216">
                    <a:moveTo>
                      <a:pt x="144779" y="71915"/>
                    </a:moveTo>
                    <a:cubicBezTo>
                      <a:pt x="146232" y="73367"/>
                      <a:pt x="147048" y="75337"/>
                      <a:pt x="147048" y="77391"/>
                    </a:cubicBezTo>
                    <a:cubicBezTo>
                      <a:pt x="147048" y="79445"/>
                      <a:pt x="146232" y="81414"/>
                      <a:pt x="144779" y="82866"/>
                    </a:cubicBezTo>
                    <a:lnTo>
                      <a:pt x="90605" y="137039"/>
                    </a:lnTo>
                    <a:cubicBezTo>
                      <a:pt x="89153" y="138493"/>
                      <a:pt x="87184" y="139309"/>
                      <a:pt x="85130" y="139309"/>
                    </a:cubicBezTo>
                    <a:cubicBezTo>
                      <a:pt x="83076" y="139309"/>
                      <a:pt x="81106" y="138493"/>
                      <a:pt x="79654" y="137039"/>
                    </a:cubicBezTo>
                    <a:lnTo>
                      <a:pt x="56437" y="113822"/>
                    </a:lnTo>
                    <a:cubicBezTo>
                      <a:pt x="53413" y="110798"/>
                      <a:pt x="53413" y="105895"/>
                      <a:pt x="56437" y="102871"/>
                    </a:cubicBezTo>
                    <a:cubicBezTo>
                      <a:pt x="59461" y="99848"/>
                      <a:pt x="64364" y="99848"/>
                      <a:pt x="67388" y="102871"/>
                    </a:cubicBezTo>
                    <a:lnTo>
                      <a:pt x="85130" y="120623"/>
                    </a:lnTo>
                    <a:lnTo>
                      <a:pt x="133828" y="71915"/>
                    </a:lnTo>
                    <a:cubicBezTo>
                      <a:pt x="135279" y="70462"/>
                      <a:pt x="137249" y="69645"/>
                      <a:pt x="139303" y="69645"/>
                    </a:cubicBezTo>
                    <a:cubicBezTo>
                      <a:pt x="141357" y="69645"/>
                      <a:pt x="143327" y="70462"/>
                      <a:pt x="144779" y="71915"/>
                    </a:cubicBezTo>
                    <a:close/>
                    <a:moveTo>
                      <a:pt x="201216" y="100608"/>
                    </a:moveTo>
                    <a:cubicBezTo>
                      <a:pt x="201216" y="156172"/>
                      <a:pt x="156172" y="201216"/>
                      <a:pt x="100608" y="201216"/>
                    </a:cubicBezTo>
                    <a:cubicBezTo>
                      <a:pt x="45044" y="201216"/>
                      <a:pt x="0" y="156172"/>
                      <a:pt x="0" y="100608"/>
                    </a:cubicBezTo>
                    <a:cubicBezTo>
                      <a:pt x="0" y="45044"/>
                      <a:pt x="45044" y="0"/>
                      <a:pt x="100608" y="0"/>
                    </a:cubicBezTo>
                    <a:cubicBezTo>
                      <a:pt x="156148" y="59"/>
                      <a:pt x="201157" y="45068"/>
                      <a:pt x="201216" y="100608"/>
                    </a:cubicBezTo>
                    <a:close/>
                    <a:moveTo>
                      <a:pt x="185738" y="100608"/>
                    </a:moveTo>
                    <a:cubicBezTo>
                      <a:pt x="185738" y="53592"/>
                      <a:pt x="147624" y="15478"/>
                      <a:pt x="100608" y="15478"/>
                    </a:cubicBezTo>
                    <a:cubicBezTo>
                      <a:pt x="53592" y="15478"/>
                      <a:pt x="15478" y="53592"/>
                      <a:pt x="15478" y="100608"/>
                    </a:cubicBezTo>
                    <a:cubicBezTo>
                      <a:pt x="15478" y="147624"/>
                      <a:pt x="53592" y="185738"/>
                      <a:pt x="100608" y="185738"/>
                    </a:cubicBezTo>
                    <a:cubicBezTo>
                      <a:pt x="147602" y="185684"/>
                      <a:pt x="185684" y="147602"/>
                      <a:pt x="185738" y="10060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010841" y="2286595"/>
              <a:ext cx="130969" cy="170656"/>
              <a:chOff x="1010841" y="2286595"/>
              <a:chExt cx="130969" cy="17065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043583" y="2293144"/>
                <a:ext cx="9167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0969">
                    <a:moveTo>
                      <a:pt x="91678" y="6548"/>
                    </a:moveTo>
                    <a:lnTo>
                      <a:pt x="91678" y="130969"/>
                    </a:lnTo>
                    <a:lnTo>
                      <a:pt x="65484" y="112265"/>
                    </a:lnTo>
                    <a:lnTo>
                      <a:pt x="65484" y="32742"/>
                    </a:lnTo>
                    <a:cubicBezTo>
                      <a:pt x="65484" y="29126"/>
                      <a:pt x="62553" y="26194"/>
                      <a:pt x="58936" y="26194"/>
                    </a:cubicBezTo>
                    <a:lnTo>
                      <a:pt x="0" y="26194"/>
                    </a:lnTo>
                    <a:lnTo>
                      <a:pt x="0" y="6548"/>
                    </a:lnTo>
                    <a:cubicBezTo>
                      <a:pt x="0" y="2932"/>
                      <a:pt x="2932" y="0"/>
                      <a:pt x="6548" y="0"/>
                    </a:cubicBezTo>
                    <a:lnTo>
                      <a:pt x="85130" y="0"/>
                    </a:lnTo>
                    <a:cubicBezTo>
                      <a:pt x="88746" y="0"/>
                      <a:pt x="91678" y="2932"/>
                      <a:pt x="91678" y="6548"/>
                    </a:cubicBezTo>
                    <a:close/>
                  </a:path>
                </a:pathLst>
              </a:custGeom>
              <a:solidFill>
                <a:srgbClr val="1F1B1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0841" y="2286595"/>
                <a:ext cx="130969" cy="170656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70656">
                    <a:moveTo>
                      <a:pt x="117872" y="0"/>
                    </a:moveTo>
                    <a:lnTo>
                      <a:pt x="39291" y="0"/>
                    </a:lnTo>
                    <a:cubicBezTo>
                      <a:pt x="32057" y="0"/>
                      <a:pt x="26194" y="5864"/>
                      <a:pt x="26194" y="13097"/>
                    </a:cubicBezTo>
                    <a:lnTo>
                      <a:pt x="26194" y="26194"/>
                    </a:lnTo>
                    <a:lnTo>
                      <a:pt x="13097" y="26194"/>
                    </a:lnTo>
                    <a:cubicBezTo>
                      <a:pt x="5864" y="26194"/>
                      <a:pt x="0" y="32057"/>
                      <a:pt x="0" y="39291"/>
                    </a:cubicBezTo>
                    <a:lnTo>
                      <a:pt x="0" y="163711"/>
                    </a:lnTo>
                    <a:cubicBezTo>
                      <a:pt x="0" y="166164"/>
                      <a:pt x="1371" y="168411"/>
                      <a:pt x="3552" y="169534"/>
                    </a:cubicBezTo>
                    <a:cubicBezTo>
                      <a:pt x="5733" y="170656"/>
                      <a:pt x="8359" y="170466"/>
                      <a:pt x="10355" y="169040"/>
                    </a:cubicBezTo>
                    <a:lnTo>
                      <a:pt x="52388" y="139015"/>
                    </a:lnTo>
                    <a:lnTo>
                      <a:pt x="94429" y="169040"/>
                    </a:lnTo>
                    <a:cubicBezTo>
                      <a:pt x="96424" y="170461"/>
                      <a:pt x="99047" y="170649"/>
                      <a:pt x="101225" y="169527"/>
                    </a:cubicBezTo>
                    <a:cubicBezTo>
                      <a:pt x="103403" y="168405"/>
                      <a:pt x="104773" y="166161"/>
                      <a:pt x="104775" y="163711"/>
                    </a:cubicBezTo>
                    <a:lnTo>
                      <a:pt x="104775" y="131534"/>
                    </a:lnTo>
                    <a:lnTo>
                      <a:pt x="120614" y="142846"/>
                    </a:lnTo>
                    <a:cubicBezTo>
                      <a:pt x="122610" y="144272"/>
                      <a:pt x="125236" y="144462"/>
                      <a:pt x="127417" y="143340"/>
                    </a:cubicBezTo>
                    <a:cubicBezTo>
                      <a:pt x="129598" y="142218"/>
                      <a:pt x="130969" y="139970"/>
                      <a:pt x="130969" y="137517"/>
                    </a:cubicBezTo>
                    <a:lnTo>
                      <a:pt x="130969" y="13097"/>
                    </a:lnTo>
                    <a:cubicBezTo>
                      <a:pt x="130969" y="5864"/>
                      <a:pt x="125105" y="0"/>
                      <a:pt x="117872" y="0"/>
                    </a:cubicBezTo>
                    <a:close/>
                    <a:moveTo>
                      <a:pt x="91678" y="150991"/>
                    </a:moveTo>
                    <a:lnTo>
                      <a:pt x="56186" y="125615"/>
                    </a:lnTo>
                    <a:cubicBezTo>
                      <a:pt x="53909" y="123989"/>
                      <a:pt x="50850" y="123989"/>
                      <a:pt x="48573" y="125615"/>
                    </a:cubicBezTo>
                    <a:lnTo>
                      <a:pt x="13097" y="150982"/>
                    </a:lnTo>
                    <a:lnTo>
                      <a:pt x="13097" y="39291"/>
                    </a:lnTo>
                    <a:lnTo>
                      <a:pt x="91678" y="39291"/>
                    </a:lnTo>
                    <a:close/>
                    <a:moveTo>
                      <a:pt x="117872" y="124797"/>
                    </a:moveTo>
                    <a:lnTo>
                      <a:pt x="104775" y="115416"/>
                    </a:lnTo>
                    <a:lnTo>
                      <a:pt x="104775" y="39291"/>
                    </a:lnTo>
                    <a:cubicBezTo>
                      <a:pt x="104775" y="32057"/>
                      <a:pt x="98911" y="26194"/>
                      <a:pt x="91678" y="26194"/>
                    </a:cubicBezTo>
                    <a:lnTo>
                      <a:pt x="39291" y="26194"/>
                    </a:lnTo>
                    <a:lnTo>
                      <a:pt x="39291" y="13097"/>
                    </a:lnTo>
                    <a:lnTo>
                      <a:pt x="117872" y="13097"/>
                    </a:lnTo>
                    <a:close/>
                  </a:path>
                </a:pathLst>
              </a:custGeom>
              <a:solidFill>
                <a:srgbClr val="1F1B1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79208" y="2291239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六平台接入，共享同一条收录管线与状态机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32817" y="2709267"/>
              <a:ext cx="201216" cy="201216"/>
              <a:chOff x="632817" y="2709267"/>
              <a:chExt cx="201216" cy="20121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405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32817" y="2709267"/>
                <a:ext cx="201216" cy="201216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201216">
                    <a:moveTo>
                      <a:pt x="144779" y="71915"/>
                    </a:moveTo>
                    <a:cubicBezTo>
                      <a:pt x="146232" y="73367"/>
                      <a:pt x="147048" y="75337"/>
                      <a:pt x="147048" y="77391"/>
                    </a:cubicBezTo>
                    <a:cubicBezTo>
                      <a:pt x="147048" y="79445"/>
                      <a:pt x="146232" y="81414"/>
                      <a:pt x="144779" y="82866"/>
                    </a:cubicBezTo>
                    <a:lnTo>
                      <a:pt x="90605" y="137039"/>
                    </a:lnTo>
                    <a:cubicBezTo>
                      <a:pt x="89153" y="138493"/>
                      <a:pt x="87184" y="139309"/>
                      <a:pt x="85130" y="139309"/>
                    </a:cubicBezTo>
                    <a:cubicBezTo>
                      <a:pt x="83076" y="139309"/>
                      <a:pt x="81106" y="138493"/>
                      <a:pt x="79654" y="137039"/>
                    </a:cubicBezTo>
                    <a:lnTo>
                      <a:pt x="56437" y="113822"/>
                    </a:lnTo>
                    <a:cubicBezTo>
                      <a:pt x="53413" y="110798"/>
                      <a:pt x="53413" y="105895"/>
                      <a:pt x="56437" y="102871"/>
                    </a:cubicBezTo>
                    <a:cubicBezTo>
                      <a:pt x="59461" y="99848"/>
                      <a:pt x="64364" y="99848"/>
                      <a:pt x="67388" y="102871"/>
                    </a:cubicBezTo>
                    <a:lnTo>
                      <a:pt x="85130" y="120623"/>
                    </a:lnTo>
                    <a:lnTo>
                      <a:pt x="133828" y="71915"/>
                    </a:lnTo>
                    <a:cubicBezTo>
                      <a:pt x="135279" y="70462"/>
                      <a:pt x="137249" y="69645"/>
                      <a:pt x="139303" y="69645"/>
                    </a:cubicBezTo>
                    <a:cubicBezTo>
                      <a:pt x="141357" y="69645"/>
                      <a:pt x="143327" y="70462"/>
                      <a:pt x="144779" y="71915"/>
                    </a:cubicBezTo>
                    <a:close/>
                    <a:moveTo>
                      <a:pt x="201216" y="100608"/>
                    </a:moveTo>
                    <a:cubicBezTo>
                      <a:pt x="201216" y="156172"/>
                      <a:pt x="156172" y="201216"/>
                      <a:pt x="100608" y="201216"/>
                    </a:cubicBezTo>
                    <a:cubicBezTo>
                      <a:pt x="45044" y="201216"/>
                      <a:pt x="0" y="156172"/>
                      <a:pt x="0" y="100608"/>
                    </a:cubicBezTo>
                    <a:cubicBezTo>
                      <a:pt x="0" y="45044"/>
                      <a:pt x="45044" y="0"/>
                      <a:pt x="100608" y="0"/>
                    </a:cubicBezTo>
                    <a:cubicBezTo>
                      <a:pt x="156148" y="59"/>
                      <a:pt x="201157" y="45068"/>
                      <a:pt x="201216" y="100608"/>
                    </a:cubicBezTo>
                    <a:close/>
                    <a:moveTo>
                      <a:pt x="185738" y="100608"/>
                    </a:moveTo>
                    <a:cubicBezTo>
                      <a:pt x="185738" y="53592"/>
                      <a:pt x="147624" y="15478"/>
                      <a:pt x="100608" y="15478"/>
                    </a:cubicBezTo>
                    <a:cubicBezTo>
                      <a:pt x="53592" y="15478"/>
                      <a:pt x="15478" y="53592"/>
                      <a:pt x="15478" y="100608"/>
                    </a:cubicBezTo>
                    <a:cubicBezTo>
                      <a:pt x="15478" y="147624"/>
                      <a:pt x="53592" y="185738"/>
                      <a:pt x="100608" y="185738"/>
                    </a:cubicBezTo>
                    <a:cubicBezTo>
                      <a:pt x="147602" y="185684"/>
                      <a:pt x="185684" y="147602"/>
                      <a:pt x="185738" y="10060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991195" y="2711648"/>
              <a:ext cx="170259" cy="176808"/>
              <a:chOff x="991195" y="2711648"/>
              <a:chExt cx="170259" cy="17680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97744" y="2750939"/>
                <a:ext cx="157162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30969">
                    <a:moveTo>
                      <a:pt x="137517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137517" y="130969"/>
                    </a:lnTo>
                    <a:cubicBezTo>
                      <a:pt x="148367" y="130969"/>
                      <a:pt x="157162" y="122173"/>
                      <a:pt x="157162" y="111323"/>
                    </a:cubicBezTo>
                    <a:lnTo>
                      <a:pt x="157162" y="19645"/>
                    </a:lnTo>
                    <a:cubicBezTo>
                      <a:pt x="157162" y="8796"/>
                      <a:pt x="148367" y="0"/>
                      <a:pt x="137517" y="0"/>
                    </a:cubicBezTo>
                    <a:close/>
                    <a:moveTo>
                      <a:pt x="108049" y="104775"/>
                    </a:moveTo>
                    <a:lnTo>
                      <a:pt x="49113" y="104775"/>
                    </a:lnTo>
                    <a:cubicBezTo>
                      <a:pt x="40072" y="104775"/>
                      <a:pt x="32742" y="97445"/>
                      <a:pt x="32742" y="88404"/>
                    </a:cubicBezTo>
                    <a:cubicBezTo>
                      <a:pt x="32742" y="79362"/>
                      <a:pt x="40072" y="72033"/>
                      <a:pt x="49113" y="72033"/>
                    </a:cubicBezTo>
                    <a:lnTo>
                      <a:pt x="108049" y="72033"/>
                    </a:lnTo>
                    <a:cubicBezTo>
                      <a:pt x="117091" y="72033"/>
                      <a:pt x="124420" y="79362"/>
                      <a:pt x="124420" y="88404"/>
                    </a:cubicBezTo>
                    <a:cubicBezTo>
                      <a:pt x="124420" y="97445"/>
                      <a:pt x="117091" y="104775"/>
                      <a:pt x="108049" y="104775"/>
                    </a:cubicBezTo>
                    <a:close/>
                  </a:path>
                </a:pathLst>
              </a:custGeom>
              <a:solidFill>
                <a:srgbClr val="1F1B1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91195" y="2711648"/>
                <a:ext cx="170259" cy="176808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6808">
                    <a:moveTo>
                      <a:pt x="144066" y="32742"/>
                    </a:moveTo>
                    <a:lnTo>
                      <a:pt x="91678" y="32742"/>
                    </a:lnTo>
                    <a:lnTo>
                      <a:pt x="91678" y="6548"/>
                    </a:lnTo>
                    <a:cubicBezTo>
                      <a:pt x="91678" y="2932"/>
                      <a:pt x="88746" y="0"/>
                      <a:pt x="85130" y="0"/>
                    </a:cubicBezTo>
                    <a:cubicBezTo>
                      <a:pt x="81513" y="0"/>
                      <a:pt x="78581" y="2932"/>
                      <a:pt x="78581" y="6548"/>
                    </a:cubicBezTo>
                    <a:lnTo>
                      <a:pt x="78581" y="32742"/>
                    </a:lnTo>
                    <a:lnTo>
                      <a:pt x="26194" y="32742"/>
                    </a:lnTo>
                    <a:cubicBezTo>
                      <a:pt x="11727" y="32742"/>
                      <a:pt x="0" y="44470"/>
                      <a:pt x="0" y="58936"/>
                    </a:cubicBezTo>
                    <a:lnTo>
                      <a:pt x="0" y="150614"/>
                    </a:lnTo>
                    <a:cubicBezTo>
                      <a:pt x="0" y="165080"/>
                      <a:pt x="11727" y="176808"/>
                      <a:pt x="26194" y="176808"/>
                    </a:cubicBezTo>
                    <a:lnTo>
                      <a:pt x="144066" y="176808"/>
                    </a:lnTo>
                    <a:cubicBezTo>
                      <a:pt x="158532" y="176808"/>
                      <a:pt x="170259" y="165080"/>
                      <a:pt x="170259" y="150614"/>
                    </a:cubicBezTo>
                    <a:lnTo>
                      <a:pt x="170259" y="58936"/>
                    </a:lnTo>
                    <a:cubicBezTo>
                      <a:pt x="170259" y="44470"/>
                      <a:pt x="158532" y="32742"/>
                      <a:pt x="144066" y="32742"/>
                    </a:cubicBezTo>
                    <a:close/>
                    <a:moveTo>
                      <a:pt x="157162" y="150614"/>
                    </a:moveTo>
                    <a:cubicBezTo>
                      <a:pt x="157162" y="157847"/>
                      <a:pt x="151299" y="163711"/>
                      <a:pt x="144066" y="163711"/>
                    </a:cubicBezTo>
                    <a:lnTo>
                      <a:pt x="26194" y="163711"/>
                    </a:lnTo>
                    <a:cubicBezTo>
                      <a:pt x="18961" y="163711"/>
                      <a:pt x="13097" y="157847"/>
                      <a:pt x="13097" y="150614"/>
                    </a:cubicBezTo>
                    <a:lnTo>
                      <a:pt x="13097" y="58936"/>
                    </a:lnTo>
                    <a:cubicBezTo>
                      <a:pt x="13097" y="51703"/>
                      <a:pt x="18961" y="45839"/>
                      <a:pt x="26194" y="45839"/>
                    </a:cubicBezTo>
                    <a:lnTo>
                      <a:pt x="144066" y="45839"/>
                    </a:lnTo>
                    <a:cubicBezTo>
                      <a:pt x="151299" y="45839"/>
                      <a:pt x="157162" y="51703"/>
                      <a:pt x="157162" y="58936"/>
                    </a:cubicBezTo>
                    <a:close/>
                    <a:moveTo>
                      <a:pt x="114598" y="104775"/>
                    </a:moveTo>
                    <a:lnTo>
                      <a:pt x="55662" y="104775"/>
                    </a:lnTo>
                    <a:cubicBezTo>
                      <a:pt x="43004" y="104775"/>
                      <a:pt x="32742" y="115036"/>
                      <a:pt x="32742" y="127695"/>
                    </a:cubicBezTo>
                    <a:cubicBezTo>
                      <a:pt x="32742" y="140353"/>
                      <a:pt x="43004" y="150614"/>
                      <a:pt x="55662" y="150614"/>
                    </a:cubicBezTo>
                    <a:lnTo>
                      <a:pt x="114598" y="150614"/>
                    </a:lnTo>
                    <a:cubicBezTo>
                      <a:pt x="127256" y="150614"/>
                      <a:pt x="137517" y="140353"/>
                      <a:pt x="137517" y="127695"/>
                    </a:cubicBezTo>
                    <a:cubicBezTo>
                      <a:pt x="137517" y="115036"/>
                      <a:pt x="127256" y="104775"/>
                      <a:pt x="114598" y="104775"/>
                    </a:cubicBezTo>
                    <a:close/>
                    <a:moveTo>
                      <a:pt x="91678" y="117872"/>
                    </a:moveTo>
                    <a:lnTo>
                      <a:pt x="91678" y="137517"/>
                    </a:lnTo>
                    <a:lnTo>
                      <a:pt x="78581" y="137517"/>
                    </a:lnTo>
                    <a:lnTo>
                      <a:pt x="78581" y="117872"/>
                    </a:lnTo>
                    <a:close/>
                    <a:moveTo>
                      <a:pt x="45839" y="127695"/>
                    </a:moveTo>
                    <a:cubicBezTo>
                      <a:pt x="45839" y="122270"/>
                      <a:pt x="50237" y="117872"/>
                      <a:pt x="55662" y="117872"/>
                    </a:cubicBezTo>
                    <a:lnTo>
                      <a:pt x="65484" y="117872"/>
                    </a:lnTo>
                    <a:lnTo>
                      <a:pt x="65484" y="137517"/>
                    </a:lnTo>
                    <a:lnTo>
                      <a:pt x="55662" y="137517"/>
                    </a:lnTo>
                    <a:cubicBezTo>
                      <a:pt x="50237" y="137517"/>
                      <a:pt x="45839" y="133119"/>
                      <a:pt x="45839" y="127695"/>
                    </a:cubicBezTo>
                    <a:close/>
                    <a:moveTo>
                      <a:pt x="114598" y="137517"/>
                    </a:moveTo>
                    <a:lnTo>
                      <a:pt x="104775" y="137517"/>
                    </a:lnTo>
                    <a:lnTo>
                      <a:pt x="104775" y="117872"/>
                    </a:lnTo>
                    <a:lnTo>
                      <a:pt x="114598" y="117872"/>
                    </a:lnTo>
                    <a:cubicBezTo>
                      <a:pt x="120023" y="117872"/>
                      <a:pt x="124420" y="122270"/>
                      <a:pt x="124420" y="127695"/>
                    </a:cubicBezTo>
                    <a:cubicBezTo>
                      <a:pt x="124420" y="133119"/>
                      <a:pt x="120023" y="137517"/>
                      <a:pt x="114598" y="137517"/>
                    </a:cubicBezTo>
                    <a:close/>
                    <a:moveTo>
                      <a:pt x="39291" y="81855"/>
                    </a:moveTo>
                    <a:cubicBezTo>
                      <a:pt x="39291" y="76431"/>
                      <a:pt x="43688" y="72033"/>
                      <a:pt x="49113" y="72033"/>
                    </a:cubicBezTo>
                    <a:cubicBezTo>
                      <a:pt x="54538" y="72033"/>
                      <a:pt x="58936" y="76431"/>
                      <a:pt x="58936" y="81855"/>
                    </a:cubicBezTo>
                    <a:cubicBezTo>
                      <a:pt x="58936" y="87280"/>
                      <a:pt x="54538" y="91678"/>
                      <a:pt x="49113" y="91678"/>
                    </a:cubicBezTo>
                    <a:cubicBezTo>
                      <a:pt x="43688" y="91678"/>
                      <a:pt x="39291" y="87280"/>
                      <a:pt x="39291" y="81855"/>
                    </a:cubicBezTo>
                    <a:close/>
                    <a:moveTo>
                      <a:pt x="111323" y="81855"/>
                    </a:moveTo>
                    <a:cubicBezTo>
                      <a:pt x="111323" y="76431"/>
                      <a:pt x="115721" y="72033"/>
                      <a:pt x="121146" y="72033"/>
                    </a:cubicBezTo>
                    <a:cubicBezTo>
                      <a:pt x="126571" y="72033"/>
                      <a:pt x="130969" y="76431"/>
                      <a:pt x="130969" y="81855"/>
                    </a:cubicBezTo>
                    <a:cubicBezTo>
                      <a:pt x="130969" y="87280"/>
                      <a:pt x="126571" y="91678"/>
                      <a:pt x="121146" y="91678"/>
                    </a:cubicBezTo>
                    <a:cubicBezTo>
                      <a:pt x="115721" y="91678"/>
                      <a:pt x="111323" y="87280"/>
                      <a:pt x="111323" y="81855"/>
                    </a:cubicBezTo>
                    <a:close/>
                  </a:path>
                </a:pathLst>
              </a:custGeom>
              <a:solidFill>
                <a:srgbClr val="1F1B17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279208" y="2729389"/>
              <a:ext cx="42966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Chat agent：hybrid 检索 + 三只读工具 + 来源卡片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32817" y="3147417"/>
              <a:ext cx="201216" cy="201216"/>
              <a:chOff x="632817" y="3147417"/>
              <a:chExt cx="201216" cy="20121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40556" y="31551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32817" y="3147417"/>
                <a:ext cx="201216" cy="201216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201216">
                    <a:moveTo>
                      <a:pt x="144779" y="71915"/>
                    </a:moveTo>
                    <a:cubicBezTo>
                      <a:pt x="146232" y="73367"/>
                      <a:pt x="147048" y="75337"/>
                      <a:pt x="147048" y="77391"/>
                    </a:cubicBezTo>
                    <a:cubicBezTo>
                      <a:pt x="147048" y="79445"/>
                      <a:pt x="146232" y="81414"/>
                      <a:pt x="144779" y="82866"/>
                    </a:cubicBezTo>
                    <a:lnTo>
                      <a:pt x="90605" y="137039"/>
                    </a:lnTo>
                    <a:cubicBezTo>
                      <a:pt x="89153" y="138493"/>
                      <a:pt x="87184" y="139309"/>
                      <a:pt x="85130" y="139309"/>
                    </a:cubicBezTo>
                    <a:cubicBezTo>
                      <a:pt x="83076" y="139309"/>
                      <a:pt x="81106" y="138493"/>
                      <a:pt x="79654" y="137039"/>
                    </a:cubicBezTo>
                    <a:lnTo>
                      <a:pt x="56437" y="113822"/>
                    </a:lnTo>
                    <a:cubicBezTo>
                      <a:pt x="53413" y="110798"/>
                      <a:pt x="53413" y="105895"/>
                      <a:pt x="56437" y="102871"/>
                    </a:cubicBezTo>
                    <a:cubicBezTo>
                      <a:pt x="59461" y="99848"/>
                      <a:pt x="64364" y="99848"/>
                      <a:pt x="67388" y="102871"/>
                    </a:cubicBezTo>
                    <a:lnTo>
                      <a:pt x="85130" y="120623"/>
                    </a:lnTo>
                    <a:lnTo>
                      <a:pt x="133828" y="71915"/>
                    </a:lnTo>
                    <a:cubicBezTo>
                      <a:pt x="135279" y="70462"/>
                      <a:pt x="137249" y="69645"/>
                      <a:pt x="139303" y="69645"/>
                    </a:cubicBezTo>
                    <a:cubicBezTo>
                      <a:pt x="141357" y="69645"/>
                      <a:pt x="143327" y="70462"/>
                      <a:pt x="144779" y="71915"/>
                    </a:cubicBezTo>
                    <a:close/>
                    <a:moveTo>
                      <a:pt x="201216" y="100608"/>
                    </a:moveTo>
                    <a:cubicBezTo>
                      <a:pt x="201216" y="156172"/>
                      <a:pt x="156172" y="201216"/>
                      <a:pt x="100608" y="201216"/>
                    </a:cubicBezTo>
                    <a:cubicBezTo>
                      <a:pt x="45044" y="201216"/>
                      <a:pt x="0" y="156172"/>
                      <a:pt x="0" y="100608"/>
                    </a:cubicBezTo>
                    <a:cubicBezTo>
                      <a:pt x="0" y="45044"/>
                      <a:pt x="45044" y="0"/>
                      <a:pt x="100608" y="0"/>
                    </a:cubicBezTo>
                    <a:cubicBezTo>
                      <a:pt x="156148" y="59"/>
                      <a:pt x="201157" y="45068"/>
                      <a:pt x="201216" y="100608"/>
                    </a:cubicBezTo>
                    <a:close/>
                    <a:moveTo>
                      <a:pt x="185738" y="100608"/>
                    </a:moveTo>
                    <a:cubicBezTo>
                      <a:pt x="185738" y="53592"/>
                      <a:pt x="147624" y="15478"/>
                      <a:pt x="100608" y="15478"/>
                    </a:cubicBezTo>
                    <a:cubicBezTo>
                      <a:pt x="53592" y="15478"/>
                      <a:pt x="15478" y="53592"/>
                      <a:pt x="15478" y="100608"/>
                    </a:cubicBezTo>
                    <a:cubicBezTo>
                      <a:pt x="15478" y="147624"/>
                      <a:pt x="53592" y="185738"/>
                      <a:pt x="100608" y="185738"/>
                    </a:cubicBezTo>
                    <a:cubicBezTo>
                      <a:pt x="147602" y="185684"/>
                      <a:pt x="185684" y="147602"/>
                      <a:pt x="185738" y="10060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984646" y="3149798"/>
              <a:ext cx="189905" cy="189938"/>
              <a:chOff x="984646" y="3149798"/>
              <a:chExt cx="189905" cy="18993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91263" y="3189124"/>
                <a:ext cx="143996" cy="143996"/>
              </a:xfrm>
              <a:custGeom>
                <a:avLst/>
                <a:gdLst/>
                <a:ahLst/>
                <a:cxnLst/>
                <a:rect l="l" t="t" r="r" b="b"/>
                <a:pathLst>
                  <a:path w="143996" h="143996">
                    <a:moveTo>
                      <a:pt x="139758" y="78080"/>
                    </a:moveTo>
                    <a:lnTo>
                      <a:pt x="97471" y="93632"/>
                    </a:lnTo>
                    <a:cubicBezTo>
                      <a:pt x="95689" y="94285"/>
                      <a:pt x="94285" y="95689"/>
                      <a:pt x="93632" y="97471"/>
                    </a:cubicBezTo>
                    <a:lnTo>
                      <a:pt x="78080" y="139758"/>
                    </a:lnTo>
                    <a:cubicBezTo>
                      <a:pt x="77140" y="142305"/>
                      <a:pt x="74713" y="143996"/>
                      <a:pt x="71998" y="143996"/>
                    </a:cubicBezTo>
                    <a:cubicBezTo>
                      <a:pt x="69283" y="143996"/>
                      <a:pt x="66856" y="142305"/>
                      <a:pt x="65916" y="139758"/>
                    </a:cubicBezTo>
                    <a:lnTo>
                      <a:pt x="50364" y="97471"/>
                    </a:lnTo>
                    <a:cubicBezTo>
                      <a:pt x="49711" y="95689"/>
                      <a:pt x="48307" y="94285"/>
                      <a:pt x="46525" y="93632"/>
                    </a:cubicBezTo>
                    <a:lnTo>
                      <a:pt x="4238" y="78080"/>
                    </a:lnTo>
                    <a:cubicBezTo>
                      <a:pt x="1691" y="77140"/>
                      <a:pt x="0" y="74713"/>
                      <a:pt x="0" y="71998"/>
                    </a:cubicBezTo>
                    <a:cubicBezTo>
                      <a:pt x="0" y="69283"/>
                      <a:pt x="1691" y="66856"/>
                      <a:pt x="4238" y="65916"/>
                    </a:cubicBezTo>
                    <a:lnTo>
                      <a:pt x="46525" y="50364"/>
                    </a:lnTo>
                    <a:cubicBezTo>
                      <a:pt x="48307" y="49711"/>
                      <a:pt x="49711" y="48307"/>
                      <a:pt x="50364" y="46525"/>
                    </a:cubicBezTo>
                    <a:lnTo>
                      <a:pt x="65916" y="4238"/>
                    </a:lnTo>
                    <a:cubicBezTo>
                      <a:pt x="66856" y="1691"/>
                      <a:pt x="69283" y="0"/>
                      <a:pt x="71998" y="0"/>
                    </a:cubicBezTo>
                    <a:cubicBezTo>
                      <a:pt x="74713" y="0"/>
                      <a:pt x="77140" y="1691"/>
                      <a:pt x="78080" y="4238"/>
                    </a:cubicBezTo>
                    <a:lnTo>
                      <a:pt x="93632" y="46525"/>
                    </a:lnTo>
                    <a:cubicBezTo>
                      <a:pt x="94285" y="48307"/>
                      <a:pt x="95689" y="49711"/>
                      <a:pt x="97471" y="50364"/>
                    </a:cubicBezTo>
                    <a:lnTo>
                      <a:pt x="139758" y="65916"/>
                    </a:lnTo>
                    <a:cubicBezTo>
                      <a:pt x="142305" y="66856"/>
                      <a:pt x="143996" y="69283"/>
                      <a:pt x="143996" y="71998"/>
                    </a:cubicBezTo>
                    <a:cubicBezTo>
                      <a:pt x="143996" y="74713"/>
                      <a:pt x="142305" y="77140"/>
                      <a:pt x="139758" y="78080"/>
                    </a:cubicBezTo>
                    <a:close/>
                  </a:path>
                </a:pathLst>
              </a:custGeom>
              <a:solidFill>
                <a:srgbClr val="1F1B1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84646" y="3149798"/>
                <a:ext cx="189905" cy="189938"/>
              </a:xfrm>
              <a:custGeom>
                <a:avLst/>
                <a:gdLst/>
                <a:ahLst/>
                <a:cxnLst/>
                <a:rect l="l" t="t" r="r" b="b"/>
                <a:pathLst>
                  <a:path w="189905" h="189938">
                    <a:moveTo>
                      <a:pt x="148634" y="99094"/>
                    </a:moveTo>
                    <a:lnTo>
                      <a:pt x="106388" y="83542"/>
                    </a:lnTo>
                    <a:lnTo>
                      <a:pt x="90836" y="41263"/>
                    </a:lnTo>
                    <a:cubicBezTo>
                      <a:pt x="88949" y="36139"/>
                      <a:pt x="84067" y="32733"/>
                      <a:pt x="78606" y="32733"/>
                    </a:cubicBezTo>
                    <a:cubicBezTo>
                      <a:pt x="73145" y="32733"/>
                      <a:pt x="68264" y="36139"/>
                      <a:pt x="66377" y="41263"/>
                    </a:cubicBezTo>
                    <a:lnTo>
                      <a:pt x="50808" y="83493"/>
                    </a:lnTo>
                    <a:lnTo>
                      <a:pt x="8530" y="99045"/>
                    </a:lnTo>
                    <a:cubicBezTo>
                      <a:pt x="3405" y="100932"/>
                      <a:pt x="0" y="105813"/>
                      <a:pt x="0" y="111274"/>
                    </a:cubicBezTo>
                    <a:cubicBezTo>
                      <a:pt x="0" y="116735"/>
                      <a:pt x="3405" y="121617"/>
                      <a:pt x="8530" y="123504"/>
                    </a:cubicBezTo>
                    <a:lnTo>
                      <a:pt x="50751" y="139154"/>
                    </a:lnTo>
                    <a:lnTo>
                      <a:pt x="66303" y="181408"/>
                    </a:lnTo>
                    <a:cubicBezTo>
                      <a:pt x="68190" y="186533"/>
                      <a:pt x="73072" y="189938"/>
                      <a:pt x="78533" y="189938"/>
                    </a:cubicBezTo>
                    <a:cubicBezTo>
                      <a:pt x="83994" y="189938"/>
                      <a:pt x="88875" y="186533"/>
                      <a:pt x="90762" y="181408"/>
                    </a:cubicBezTo>
                    <a:lnTo>
                      <a:pt x="106314" y="139162"/>
                    </a:lnTo>
                    <a:lnTo>
                      <a:pt x="148593" y="123610"/>
                    </a:lnTo>
                    <a:cubicBezTo>
                      <a:pt x="153718" y="121724"/>
                      <a:pt x="157123" y="116842"/>
                      <a:pt x="157123" y="111381"/>
                    </a:cubicBezTo>
                    <a:cubicBezTo>
                      <a:pt x="157123" y="105920"/>
                      <a:pt x="153718" y="101038"/>
                      <a:pt x="148593" y="99152"/>
                    </a:cubicBezTo>
                    <a:close/>
                    <a:moveTo>
                      <a:pt x="101821" y="126876"/>
                    </a:moveTo>
                    <a:cubicBezTo>
                      <a:pt x="98239" y="128191"/>
                      <a:pt x="95416" y="131013"/>
                      <a:pt x="94102" y="134595"/>
                    </a:cubicBezTo>
                    <a:lnTo>
                      <a:pt x="78549" y="176718"/>
                    </a:lnTo>
                    <a:lnTo>
                      <a:pt x="63029" y="134562"/>
                    </a:lnTo>
                    <a:cubicBezTo>
                      <a:pt x="61714" y="131000"/>
                      <a:pt x="58905" y="128191"/>
                      <a:pt x="55343" y="126876"/>
                    </a:cubicBezTo>
                    <a:lnTo>
                      <a:pt x="55343" y="126876"/>
                    </a:lnTo>
                    <a:lnTo>
                      <a:pt x="13220" y="111323"/>
                    </a:lnTo>
                    <a:lnTo>
                      <a:pt x="55343" y="95771"/>
                    </a:lnTo>
                    <a:cubicBezTo>
                      <a:pt x="58905" y="94455"/>
                      <a:pt x="61714" y="91647"/>
                      <a:pt x="63029" y="88085"/>
                    </a:cubicBezTo>
                    <a:lnTo>
                      <a:pt x="78582" y="45962"/>
                    </a:lnTo>
                    <a:lnTo>
                      <a:pt x="94134" y="88085"/>
                    </a:lnTo>
                    <a:cubicBezTo>
                      <a:pt x="95449" y="91666"/>
                      <a:pt x="98272" y="94489"/>
                      <a:pt x="101853" y="95804"/>
                    </a:cubicBezTo>
                    <a:lnTo>
                      <a:pt x="143976" y="111356"/>
                    </a:lnTo>
                    <a:close/>
                    <a:moveTo>
                      <a:pt x="104776" y="26194"/>
                    </a:moveTo>
                    <a:cubicBezTo>
                      <a:pt x="104776" y="22577"/>
                      <a:pt x="107707" y="19645"/>
                      <a:pt x="111324" y="19645"/>
                    </a:cubicBezTo>
                    <a:lnTo>
                      <a:pt x="124421" y="19645"/>
                    </a:lnTo>
                    <a:lnTo>
                      <a:pt x="124421" y="6548"/>
                    </a:lnTo>
                    <a:cubicBezTo>
                      <a:pt x="124421" y="2932"/>
                      <a:pt x="127353" y="0"/>
                      <a:pt x="130969" y="0"/>
                    </a:cubicBezTo>
                    <a:cubicBezTo>
                      <a:pt x="134586" y="0"/>
                      <a:pt x="137518" y="2932"/>
                      <a:pt x="137518" y="6548"/>
                    </a:cubicBezTo>
                    <a:lnTo>
                      <a:pt x="137518" y="19645"/>
                    </a:lnTo>
                    <a:lnTo>
                      <a:pt x="150615" y="19645"/>
                    </a:lnTo>
                    <a:cubicBezTo>
                      <a:pt x="154231" y="19645"/>
                      <a:pt x="157163" y="22577"/>
                      <a:pt x="157163" y="26194"/>
                    </a:cubicBezTo>
                    <a:cubicBezTo>
                      <a:pt x="157163" y="29810"/>
                      <a:pt x="154231" y="32742"/>
                      <a:pt x="150615" y="32742"/>
                    </a:cubicBezTo>
                    <a:lnTo>
                      <a:pt x="137518" y="32742"/>
                    </a:lnTo>
                    <a:lnTo>
                      <a:pt x="137518" y="45839"/>
                    </a:lnTo>
                    <a:cubicBezTo>
                      <a:pt x="137518" y="49456"/>
                      <a:pt x="134586" y="52388"/>
                      <a:pt x="130969" y="52388"/>
                    </a:cubicBezTo>
                    <a:cubicBezTo>
                      <a:pt x="127353" y="52388"/>
                      <a:pt x="124421" y="49456"/>
                      <a:pt x="124421" y="45839"/>
                    </a:cubicBezTo>
                    <a:lnTo>
                      <a:pt x="124421" y="32742"/>
                    </a:lnTo>
                    <a:lnTo>
                      <a:pt x="111324" y="32742"/>
                    </a:lnTo>
                    <a:cubicBezTo>
                      <a:pt x="107707" y="32742"/>
                      <a:pt x="104776" y="29810"/>
                      <a:pt x="104776" y="26194"/>
                    </a:cubicBezTo>
                    <a:close/>
                    <a:moveTo>
                      <a:pt x="189905" y="65484"/>
                    </a:moveTo>
                    <a:cubicBezTo>
                      <a:pt x="189905" y="69101"/>
                      <a:pt x="186973" y="72033"/>
                      <a:pt x="183357" y="72033"/>
                    </a:cubicBezTo>
                    <a:lnTo>
                      <a:pt x="176808" y="72033"/>
                    </a:lnTo>
                    <a:lnTo>
                      <a:pt x="176808" y="78581"/>
                    </a:lnTo>
                    <a:cubicBezTo>
                      <a:pt x="176808" y="82198"/>
                      <a:pt x="173877" y="85130"/>
                      <a:pt x="170260" y="85130"/>
                    </a:cubicBezTo>
                    <a:cubicBezTo>
                      <a:pt x="166643" y="85130"/>
                      <a:pt x="163711" y="82198"/>
                      <a:pt x="163711" y="78581"/>
                    </a:cubicBezTo>
                    <a:lnTo>
                      <a:pt x="163711" y="72033"/>
                    </a:lnTo>
                    <a:lnTo>
                      <a:pt x="157163" y="72033"/>
                    </a:lnTo>
                    <a:cubicBezTo>
                      <a:pt x="153546" y="72033"/>
                      <a:pt x="150615" y="69101"/>
                      <a:pt x="150615" y="65484"/>
                    </a:cubicBezTo>
                    <a:cubicBezTo>
                      <a:pt x="150615" y="61868"/>
                      <a:pt x="153546" y="58936"/>
                      <a:pt x="157163" y="58936"/>
                    </a:cubicBezTo>
                    <a:lnTo>
                      <a:pt x="163711" y="58936"/>
                    </a:lnTo>
                    <a:lnTo>
                      <a:pt x="163711" y="52388"/>
                    </a:lnTo>
                    <a:cubicBezTo>
                      <a:pt x="163711" y="48771"/>
                      <a:pt x="166643" y="45839"/>
                      <a:pt x="170260" y="45839"/>
                    </a:cubicBezTo>
                    <a:cubicBezTo>
                      <a:pt x="173877" y="45839"/>
                      <a:pt x="176808" y="48771"/>
                      <a:pt x="176808" y="52388"/>
                    </a:cubicBezTo>
                    <a:lnTo>
                      <a:pt x="176808" y="58936"/>
                    </a:lnTo>
                    <a:lnTo>
                      <a:pt x="183357" y="58936"/>
                    </a:lnTo>
                    <a:cubicBezTo>
                      <a:pt x="186973" y="58936"/>
                      <a:pt x="189905" y="61868"/>
                      <a:pt x="189905" y="65484"/>
                    </a:cubicBezTo>
                    <a:close/>
                  </a:path>
                </a:pathLst>
              </a:custGeom>
              <a:solidFill>
                <a:srgbClr val="1F1B17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279208" y="3167539"/>
              <a:ext cx="37752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自动标签、B站字幕 / ASR 转录、视频 AI 总结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632817" y="3585567"/>
              <a:ext cx="201216" cy="201216"/>
              <a:chOff x="632817" y="3585567"/>
              <a:chExt cx="201216" cy="20121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0556" y="35933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2817" y="3585567"/>
                <a:ext cx="201216" cy="201216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201216">
                    <a:moveTo>
                      <a:pt x="144779" y="71915"/>
                    </a:moveTo>
                    <a:cubicBezTo>
                      <a:pt x="146232" y="73367"/>
                      <a:pt x="147048" y="75337"/>
                      <a:pt x="147048" y="77391"/>
                    </a:cubicBezTo>
                    <a:cubicBezTo>
                      <a:pt x="147048" y="79445"/>
                      <a:pt x="146232" y="81414"/>
                      <a:pt x="144779" y="82866"/>
                    </a:cubicBezTo>
                    <a:lnTo>
                      <a:pt x="90605" y="137039"/>
                    </a:lnTo>
                    <a:cubicBezTo>
                      <a:pt x="89153" y="138493"/>
                      <a:pt x="87184" y="139309"/>
                      <a:pt x="85130" y="139309"/>
                    </a:cubicBezTo>
                    <a:cubicBezTo>
                      <a:pt x="83076" y="139309"/>
                      <a:pt x="81106" y="138493"/>
                      <a:pt x="79654" y="137039"/>
                    </a:cubicBezTo>
                    <a:lnTo>
                      <a:pt x="56437" y="113822"/>
                    </a:lnTo>
                    <a:cubicBezTo>
                      <a:pt x="53413" y="110798"/>
                      <a:pt x="53413" y="105895"/>
                      <a:pt x="56437" y="102871"/>
                    </a:cubicBezTo>
                    <a:cubicBezTo>
                      <a:pt x="59461" y="99848"/>
                      <a:pt x="64364" y="99848"/>
                      <a:pt x="67388" y="102871"/>
                    </a:cubicBezTo>
                    <a:lnTo>
                      <a:pt x="85130" y="120623"/>
                    </a:lnTo>
                    <a:lnTo>
                      <a:pt x="133828" y="71915"/>
                    </a:lnTo>
                    <a:cubicBezTo>
                      <a:pt x="135279" y="70462"/>
                      <a:pt x="137249" y="69645"/>
                      <a:pt x="139303" y="69645"/>
                    </a:cubicBezTo>
                    <a:cubicBezTo>
                      <a:pt x="141357" y="69645"/>
                      <a:pt x="143327" y="70462"/>
                      <a:pt x="144779" y="71915"/>
                    </a:cubicBezTo>
                    <a:close/>
                    <a:moveTo>
                      <a:pt x="201216" y="100608"/>
                    </a:moveTo>
                    <a:cubicBezTo>
                      <a:pt x="201216" y="156172"/>
                      <a:pt x="156172" y="201216"/>
                      <a:pt x="100608" y="201216"/>
                    </a:cubicBezTo>
                    <a:cubicBezTo>
                      <a:pt x="45044" y="201216"/>
                      <a:pt x="0" y="156172"/>
                      <a:pt x="0" y="100608"/>
                    </a:cubicBezTo>
                    <a:cubicBezTo>
                      <a:pt x="0" y="45044"/>
                      <a:pt x="45044" y="0"/>
                      <a:pt x="100608" y="0"/>
                    </a:cubicBezTo>
                    <a:cubicBezTo>
                      <a:pt x="156148" y="59"/>
                      <a:pt x="201157" y="45068"/>
                      <a:pt x="201216" y="100608"/>
                    </a:cubicBezTo>
                    <a:close/>
                    <a:moveTo>
                      <a:pt x="185738" y="100608"/>
                    </a:moveTo>
                    <a:cubicBezTo>
                      <a:pt x="185738" y="53592"/>
                      <a:pt x="147624" y="15478"/>
                      <a:pt x="100608" y="15478"/>
                    </a:cubicBezTo>
                    <a:cubicBezTo>
                      <a:pt x="53592" y="15478"/>
                      <a:pt x="15478" y="53592"/>
                      <a:pt x="15478" y="100608"/>
                    </a:cubicBezTo>
                    <a:cubicBezTo>
                      <a:pt x="15478" y="147624"/>
                      <a:pt x="53592" y="185738"/>
                      <a:pt x="100608" y="185738"/>
                    </a:cubicBezTo>
                    <a:cubicBezTo>
                      <a:pt x="147602" y="185684"/>
                      <a:pt x="185684" y="147602"/>
                      <a:pt x="185738" y="10060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37" name="Freeform 37"/>
            <p:cNvSpPr/>
            <p:nvPr/>
          </p:nvSpPr>
          <p:spPr>
            <a:xfrm>
              <a:off x="993827" y="3580669"/>
              <a:ext cx="164369" cy="212464"/>
            </a:xfrm>
            <a:custGeom>
              <a:avLst/>
              <a:gdLst/>
              <a:ahLst/>
              <a:cxnLst/>
              <a:rect l="l" t="t" r="r" b="b"/>
              <a:pathLst>
                <a:path w="164369" h="212464">
                  <a:moveTo>
                    <a:pt x="146716" y="162591"/>
                  </a:moveTo>
                  <a:cubicBezTo>
                    <a:pt x="152341" y="154132"/>
                    <a:pt x="157750" y="145532"/>
                    <a:pt x="162939" y="136799"/>
                  </a:cubicBezTo>
                  <a:cubicBezTo>
                    <a:pt x="164369" y="134312"/>
                    <a:pt x="164155" y="131208"/>
                    <a:pt x="162398" y="128941"/>
                  </a:cubicBezTo>
                  <a:cubicBezTo>
                    <a:pt x="157892" y="122960"/>
                    <a:pt x="149266" y="110824"/>
                    <a:pt x="144568" y="99587"/>
                  </a:cubicBezTo>
                  <a:cubicBezTo>
                    <a:pt x="139740" y="88053"/>
                    <a:pt x="139015" y="70119"/>
                    <a:pt x="138980" y="61370"/>
                  </a:cubicBezTo>
                  <a:cubicBezTo>
                    <a:pt x="138988" y="58051"/>
                    <a:pt x="137888" y="54825"/>
                    <a:pt x="135855" y="52202"/>
                  </a:cubicBezTo>
                  <a:lnTo>
                    <a:pt x="107932" y="16718"/>
                  </a:lnTo>
                  <a:cubicBezTo>
                    <a:pt x="107827" y="18313"/>
                    <a:pt x="107605" y="19897"/>
                    <a:pt x="107269" y="21459"/>
                  </a:cubicBezTo>
                  <a:cubicBezTo>
                    <a:pt x="106343" y="25851"/>
                    <a:pt x="104588" y="30226"/>
                    <a:pt x="102589" y="34556"/>
                  </a:cubicBezTo>
                  <a:cubicBezTo>
                    <a:pt x="101419" y="37088"/>
                    <a:pt x="100057" y="39795"/>
                    <a:pt x="98694" y="42537"/>
                  </a:cubicBezTo>
                  <a:lnTo>
                    <a:pt x="95988" y="48002"/>
                  </a:lnTo>
                  <a:cubicBezTo>
                    <a:pt x="91482" y="57327"/>
                    <a:pt x="87283" y="67447"/>
                    <a:pt x="86104" y="79348"/>
                  </a:cubicBezTo>
                  <a:cubicBezTo>
                    <a:pt x="85021" y="90349"/>
                    <a:pt x="86506" y="103184"/>
                    <a:pt x="93220" y="118472"/>
                  </a:cubicBezTo>
                  <a:cubicBezTo>
                    <a:pt x="94338" y="118568"/>
                    <a:pt x="95464" y="118691"/>
                    <a:pt x="96590" y="118857"/>
                  </a:cubicBezTo>
                  <a:cubicBezTo>
                    <a:pt x="107346" y="120306"/>
                    <a:pt x="117442" y="124874"/>
                    <a:pt x="125630" y="131997"/>
                  </a:cubicBezTo>
                  <a:cubicBezTo>
                    <a:pt x="133628" y="138895"/>
                    <a:pt x="140858" y="148779"/>
                    <a:pt x="146716" y="162556"/>
                  </a:cubicBezTo>
                  <a:close/>
                  <a:moveTo>
                    <a:pt x="49310" y="197787"/>
                  </a:moveTo>
                  <a:cubicBezTo>
                    <a:pt x="49948" y="197892"/>
                    <a:pt x="50585" y="197962"/>
                    <a:pt x="51231" y="197962"/>
                  </a:cubicBezTo>
                  <a:cubicBezTo>
                    <a:pt x="58042" y="198171"/>
                    <a:pt x="69523" y="198765"/>
                    <a:pt x="78822" y="200494"/>
                  </a:cubicBezTo>
                  <a:cubicBezTo>
                    <a:pt x="86418" y="201891"/>
                    <a:pt x="101462" y="206082"/>
                    <a:pt x="113834" y="209705"/>
                  </a:cubicBezTo>
                  <a:cubicBezTo>
                    <a:pt x="123290" y="212464"/>
                    <a:pt x="133026" y="204920"/>
                    <a:pt x="134397" y="195176"/>
                  </a:cubicBezTo>
                  <a:cubicBezTo>
                    <a:pt x="135392" y="188069"/>
                    <a:pt x="137278" y="180028"/>
                    <a:pt x="140727" y="172650"/>
                  </a:cubicBezTo>
                  <a:lnTo>
                    <a:pt x="140639" y="172693"/>
                  </a:lnTo>
                  <a:cubicBezTo>
                    <a:pt x="134789" y="156366"/>
                    <a:pt x="127350" y="145819"/>
                    <a:pt x="119545" y="139087"/>
                  </a:cubicBezTo>
                  <a:cubicBezTo>
                    <a:pt x="112711" y="133129"/>
                    <a:pt x="104276" y="129313"/>
                    <a:pt x="95289" y="128112"/>
                  </a:cubicBezTo>
                  <a:cubicBezTo>
                    <a:pt x="81843" y="126226"/>
                    <a:pt x="69515" y="129771"/>
                    <a:pt x="61761" y="132041"/>
                  </a:cubicBezTo>
                  <a:cubicBezTo>
                    <a:pt x="66406" y="151407"/>
                    <a:pt x="64974" y="174204"/>
                    <a:pt x="49319" y="197796"/>
                  </a:cubicBezTo>
                  <a:close/>
                  <a:moveTo>
                    <a:pt x="26033" y="87503"/>
                  </a:moveTo>
                  <a:cubicBezTo>
                    <a:pt x="25832" y="88376"/>
                    <a:pt x="25544" y="89223"/>
                    <a:pt x="25177" y="90035"/>
                  </a:cubicBezTo>
                  <a:lnTo>
                    <a:pt x="2345" y="140947"/>
                  </a:lnTo>
                  <a:cubicBezTo>
                    <a:pt x="0" y="146177"/>
                    <a:pt x="1083" y="152308"/>
                    <a:pt x="5078" y="156418"/>
                  </a:cubicBezTo>
                  <a:lnTo>
                    <a:pt x="41016" y="193439"/>
                  </a:lnTo>
                  <a:cubicBezTo>
                    <a:pt x="59378" y="166363"/>
                    <a:pt x="56697" y="140877"/>
                    <a:pt x="48315" y="120970"/>
                  </a:cubicBezTo>
                  <a:cubicBezTo>
                    <a:pt x="41959" y="105864"/>
                    <a:pt x="32319" y="94069"/>
                    <a:pt x="26050" y="87520"/>
                  </a:cubicBezTo>
                  <a:close/>
                  <a:moveTo>
                    <a:pt x="59098" y="123056"/>
                  </a:moveTo>
                  <a:cubicBezTo>
                    <a:pt x="64468" y="121458"/>
                    <a:pt x="73121" y="118996"/>
                    <a:pt x="83065" y="118394"/>
                  </a:cubicBezTo>
                  <a:cubicBezTo>
                    <a:pt x="77102" y="103332"/>
                    <a:pt x="75661" y="90166"/>
                    <a:pt x="76814" y="78431"/>
                  </a:cubicBezTo>
                  <a:cubicBezTo>
                    <a:pt x="78159" y="64880"/>
                    <a:pt x="82926" y="53573"/>
                    <a:pt x="87597" y="43942"/>
                  </a:cubicBezTo>
                  <a:cubicBezTo>
                    <a:pt x="88584" y="41891"/>
                    <a:pt x="89544" y="39978"/>
                    <a:pt x="90461" y="38145"/>
                  </a:cubicBezTo>
                  <a:cubicBezTo>
                    <a:pt x="91762" y="35552"/>
                    <a:pt x="92975" y="33107"/>
                    <a:pt x="94119" y="30636"/>
                  </a:cubicBezTo>
                  <a:cubicBezTo>
                    <a:pt x="96014" y="26532"/>
                    <a:pt x="97428" y="22909"/>
                    <a:pt x="98136" y="19547"/>
                  </a:cubicBezTo>
                  <a:cubicBezTo>
                    <a:pt x="98834" y="16229"/>
                    <a:pt x="98834" y="13261"/>
                    <a:pt x="98013" y="10441"/>
                  </a:cubicBezTo>
                  <a:cubicBezTo>
                    <a:pt x="97184" y="7603"/>
                    <a:pt x="95420" y="4547"/>
                    <a:pt x="92076" y="1185"/>
                  </a:cubicBezTo>
                  <a:cubicBezTo>
                    <a:pt x="87528" y="0"/>
                    <a:pt x="82688" y="1181"/>
                    <a:pt x="79198" y="4329"/>
                  </a:cubicBezTo>
                  <a:lnTo>
                    <a:pt x="35978" y="43200"/>
                  </a:lnTo>
                  <a:cubicBezTo>
                    <a:pt x="33566" y="45368"/>
                    <a:pt x="31983" y="48306"/>
                    <a:pt x="31499" y="51512"/>
                  </a:cubicBezTo>
                  <a:lnTo>
                    <a:pt x="27770" y="76222"/>
                  </a:lnTo>
                  <a:cubicBezTo>
                    <a:pt x="33638" y="81373"/>
                    <a:pt x="48097" y="96443"/>
                    <a:pt x="56889" y="117355"/>
                  </a:cubicBezTo>
                  <a:cubicBezTo>
                    <a:pt x="57675" y="119188"/>
                    <a:pt x="58417" y="121109"/>
                    <a:pt x="59098" y="123056"/>
                  </a:cubicBezTo>
                  <a:close/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79208" y="3605689"/>
              <a:ext cx="37752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导出：JSON / CSV 备份，Obsidian vault ZIP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32817" y="4023717"/>
              <a:ext cx="201216" cy="201216"/>
              <a:chOff x="632817" y="4023717"/>
              <a:chExt cx="201216" cy="20121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0556" y="40314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32817" y="4023717"/>
                <a:ext cx="201216" cy="201216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201216">
                    <a:moveTo>
                      <a:pt x="144779" y="71915"/>
                    </a:moveTo>
                    <a:cubicBezTo>
                      <a:pt x="146232" y="73367"/>
                      <a:pt x="147048" y="75337"/>
                      <a:pt x="147048" y="77391"/>
                    </a:cubicBezTo>
                    <a:cubicBezTo>
                      <a:pt x="147048" y="79445"/>
                      <a:pt x="146232" y="81414"/>
                      <a:pt x="144779" y="82866"/>
                    </a:cubicBezTo>
                    <a:lnTo>
                      <a:pt x="90605" y="137039"/>
                    </a:lnTo>
                    <a:cubicBezTo>
                      <a:pt x="89153" y="138493"/>
                      <a:pt x="87184" y="139309"/>
                      <a:pt x="85130" y="139309"/>
                    </a:cubicBezTo>
                    <a:cubicBezTo>
                      <a:pt x="83076" y="139309"/>
                      <a:pt x="81106" y="138493"/>
                      <a:pt x="79654" y="137039"/>
                    </a:cubicBezTo>
                    <a:lnTo>
                      <a:pt x="56437" y="113822"/>
                    </a:lnTo>
                    <a:cubicBezTo>
                      <a:pt x="53413" y="110798"/>
                      <a:pt x="53413" y="105895"/>
                      <a:pt x="56437" y="102871"/>
                    </a:cubicBezTo>
                    <a:cubicBezTo>
                      <a:pt x="59461" y="99848"/>
                      <a:pt x="64364" y="99848"/>
                      <a:pt x="67388" y="102871"/>
                    </a:cubicBezTo>
                    <a:lnTo>
                      <a:pt x="85130" y="120623"/>
                    </a:lnTo>
                    <a:lnTo>
                      <a:pt x="133828" y="71915"/>
                    </a:lnTo>
                    <a:cubicBezTo>
                      <a:pt x="135279" y="70462"/>
                      <a:pt x="137249" y="69645"/>
                      <a:pt x="139303" y="69645"/>
                    </a:cubicBezTo>
                    <a:cubicBezTo>
                      <a:pt x="141357" y="69645"/>
                      <a:pt x="143327" y="70462"/>
                      <a:pt x="144779" y="71915"/>
                    </a:cubicBezTo>
                    <a:close/>
                    <a:moveTo>
                      <a:pt x="201216" y="100608"/>
                    </a:moveTo>
                    <a:cubicBezTo>
                      <a:pt x="201216" y="156172"/>
                      <a:pt x="156172" y="201216"/>
                      <a:pt x="100608" y="201216"/>
                    </a:cubicBezTo>
                    <a:cubicBezTo>
                      <a:pt x="45044" y="201216"/>
                      <a:pt x="0" y="156172"/>
                      <a:pt x="0" y="100608"/>
                    </a:cubicBezTo>
                    <a:cubicBezTo>
                      <a:pt x="0" y="45044"/>
                      <a:pt x="45044" y="0"/>
                      <a:pt x="100608" y="0"/>
                    </a:cubicBezTo>
                    <a:cubicBezTo>
                      <a:pt x="156148" y="59"/>
                      <a:pt x="201157" y="45068"/>
                      <a:pt x="201216" y="100608"/>
                    </a:cubicBezTo>
                    <a:close/>
                    <a:moveTo>
                      <a:pt x="185738" y="100608"/>
                    </a:moveTo>
                    <a:cubicBezTo>
                      <a:pt x="185738" y="53592"/>
                      <a:pt x="147624" y="15478"/>
                      <a:pt x="100608" y="15478"/>
                    </a:cubicBezTo>
                    <a:cubicBezTo>
                      <a:pt x="53592" y="15478"/>
                      <a:pt x="15478" y="53592"/>
                      <a:pt x="15478" y="100608"/>
                    </a:cubicBezTo>
                    <a:cubicBezTo>
                      <a:pt x="15478" y="147624"/>
                      <a:pt x="53592" y="185738"/>
                      <a:pt x="100608" y="185738"/>
                    </a:cubicBezTo>
                    <a:cubicBezTo>
                      <a:pt x="147602" y="185684"/>
                      <a:pt x="185684" y="147602"/>
                      <a:pt x="185738" y="10060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984647" y="4058841"/>
              <a:ext cx="183356" cy="130969"/>
              <a:chOff x="984647" y="4058841"/>
              <a:chExt cx="183356" cy="13096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04292" y="4098131"/>
                <a:ext cx="144066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44066" h="85130">
                    <a:moveTo>
                      <a:pt x="144066" y="0"/>
                    </a:moveTo>
                    <a:lnTo>
                      <a:pt x="144066" y="78581"/>
                    </a:lnTo>
                    <a:cubicBezTo>
                      <a:pt x="144066" y="82198"/>
                      <a:pt x="141134" y="85130"/>
                      <a:pt x="137517" y="85130"/>
                    </a:cubicBezTo>
                    <a:lnTo>
                      <a:pt x="6548" y="85130"/>
                    </a:lnTo>
                    <a:cubicBezTo>
                      <a:pt x="2932" y="85130"/>
                      <a:pt x="0" y="82198"/>
                      <a:pt x="0" y="7858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1B1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84647" y="4058841"/>
                <a:ext cx="183356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30969">
                    <a:moveTo>
                      <a:pt x="170259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32742"/>
                    </a:lnTo>
                    <a:cubicBezTo>
                      <a:pt x="0" y="39975"/>
                      <a:pt x="5864" y="45839"/>
                      <a:pt x="13097" y="45839"/>
                    </a:cubicBezTo>
                    <a:lnTo>
                      <a:pt x="13097" y="117872"/>
                    </a:lnTo>
                    <a:cubicBezTo>
                      <a:pt x="13097" y="125105"/>
                      <a:pt x="18961" y="130969"/>
                      <a:pt x="26194" y="130969"/>
                    </a:cubicBezTo>
                    <a:lnTo>
                      <a:pt x="157162" y="130969"/>
                    </a:lnTo>
                    <a:cubicBezTo>
                      <a:pt x="164396" y="130969"/>
                      <a:pt x="170259" y="125105"/>
                      <a:pt x="170259" y="117872"/>
                    </a:cubicBezTo>
                    <a:lnTo>
                      <a:pt x="170259" y="45839"/>
                    </a:lnTo>
                    <a:cubicBezTo>
                      <a:pt x="177493" y="45839"/>
                      <a:pt x="183356" y="39975"/>
                      <a:pt x="183356" y="32742"/>
                    </a:cubicBezTo>
                    <a:lnTo>
                      <a:pt x="183356" y="13097"/>
                    </a:lnTo>
                    <a:cubicBezTo>
                      <a:pt x="183356" y="5864"/>
                      <a:pt x="177493" y="0"/>
                      <a:pt x="170259" y="0"/>
                    </a:cubicBezTo>
                    <a:close/>
                    <a:moveTo>
                      <a:pt x="157162" y="117872"/>
                    </a:moveTo>
                    <a:lnTo>
                      <a:pt x="26194" y="117872"/>
                    </a:lnTo>
                    <a:lnTo>
                      <a:pt x="26194" y="45839"/>
                    </a:lnTo>
                    <a:lnTo>
                      <a:pt x="157162" y="45839"/>
                    </a:lnTo>
                    <a:close/>
                    <a:moveTo>
                      <a:pt x="170259" y="32742"/>
                    </a:moveTo>
                    <a:lnTo>
                      <a:pt x="13097" y="32742"/>
                    </a:lnTo>
                    <a:lnTo>
                      <a:pt x="13097" y="13097"/>
                    </a:lnTo>
                    <a:lnTo>
                      <a:pt x="170259" y="13097"/>
                    </a:lnTo>
                    <a:lnTo>
                      <a:pt x="170259" y="32742"/>
                    </a:lnTo>
                    <a:close/>
                    <a:moveTo>
                      <a:pt x="65484" y="72033"/>
                    </a:moveTo>
                    <a:cubicBezTo>
                      <a:pt x="65484" y="68416"/>
                      <a:pt x="68416" y="65484"/>
                      <a:pt x="72033" y="65484"/>
                    </a:cubicBezTo>
                    <a:lnTo>
                      <a:pt x="111323" y="65484"/>
                    </a:lnTo>
                    <a:cubicBezTo>
                      <a:pt x="114940" y="65484"/>
                      <a:pt x="117872" y="68416"/>
                      <a:pt x="117872" y="72033"/>
                    </a:cubicBezTo>
                    <a:cubicBezTo>
                      <a:pt x="117872" y="75649"/>
                      <a:pt x="114940" y="78581"/>
                      <a:pt x="111323" y="78581"/>
                    </a:cubicBezTo>
                    <a:lnTo>
                      <a:pt x="72033" y="78581"/>
                    </a:lnTo>
                    <a:cubicBezTo>
                      <a:pt x="68416" y="78581"/>
                      <a:pt x="65484" y="75649"/>
                      <a:pt x="65484" y="72033"/>
                    </a:cubicBezTo>
                    <a:close/>
                  </a:path>
                </a:pathLst>
              </a:custGeom>
              <a:solidFill>
                <a:srgbClr val="1F1B17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279208" y="4043839"/>
              <a:ext cx="505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WebDAV 配置同步（实验性，跨设备锁 + 哈希防 ping-pong）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32817" y="4461867"/>
              <a:ext cx="201216" cy="201216"/>
              <a:chOff x="632817" y="4461867"/>
              <a:chExt cx="201216" cy="20121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0556" y="44696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2817" y="4461867"/>
                <a:ext cx="201216" cy="201216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201216">
                    <a:moveTo>
                      <a:pt x="144779" y="71915"/>
                    </a:moveTo>
                    <a:cubicBezTo>
                      <a:pt x="146232" y="73367"/>
                      <a:pt x="147048" y="75337"/>
                      <a:pt x="147048" y="77391"/>
                    </a:cubicBezTo>
                    <a:cubicBezTo>
                      <a:pt x="147048" y="79445"/>
                      <a:pt x="146232" y="81414"/>
                      <a:pt x="144779" y="82866"/>
                    </a:cubicBezTo>
                    <a:lnTo>
                      <a:pt x="90605" y="137039"/>
                    </a:lnTo>
                    <a:cubicBezTo>
                      <a:pt x="89153" y="138493"/>
                      <a:pt x="87184" y="139309"/>
                      <a:pt x="85130" y="139309"/>
                    </a:cubicBezTo>
                    <a:cubicBezTo>
                      <a:pt x="83076" y="139309"/>
                      <a:pt x="81106" y="138493"/>
                      <a:pt x="79654" y="137039"/>
                    </a:cubicBezTo>
                    <a:lnTo>
                      <a:pt x="56437" y="113822"/>
                    </a:lnTo>
                    <a:cubicBezTo>
                      <a:pt x="53413" y="110798"/>
                      <a:pt x="53413" y="105895"/>
                      <a:pt x="56437" y="102871"/>
                    </a:cubicBezTo>
                    <a:cubicBezTo>
                      <a:pt x="59461" y="99848"/>
                      <a:pt x="64364" y="99848"/>
                      <a:pt x="67388" y="102871"/>
                    </a:cubicBezTo>
                    <a:lnTo>
                      <a:pt x="85130" y="120623"/>
                    </a:lnTo>
                    <a:lnTo>
                      <a:pt x="133828" y="71915"/>
                    </a:lnTo>
                    <a:cubicBezTo>
                      <a:pt x="135279" y="70462"/>
                      <a:pt x="137249" y="69645"/>
                      <a:pt x="139303" y="69645"/>
                    </a:cubicBezTo>
                    <a:cubicBezTo>
                      <a:pt x="141357" y="69645"/>
                      <a:pt x="143327" y="70462"/>
                      <a:pt x="144779" y="71915"/>
                    </a:cubicBezTo>
                    <a:close/>
                    <a:moveTo>
                      <a:pt x="201216" y="100608"/>
                    </a:moveTo>
                    <a:cubicBezTo>
                      <a:pt x="201216" y="156172"/>
                      <a:pt x="156172" y="201216"/>
                      <a:pt x="100608" y="201216"/>
                    </a:cubicBezTo>
                    <a:cubicBezTo>
                      <a:pt x="45044" y="201216"/>
                      <a:pt x="0" y="156172"/>
                      <a:pt x="0" y="100608"/>
                    </a:cubicBezTo>
                    <a:cubicBezTo>
                      <a:pt x="0" y="45044"/>
                      <a:pt x="45044" y="0"/>
                      <a:pt x="100608" y="0"/>
                    </a:cubicBezTo>
                    <a:cubicBezTo>
                      <a:pt x="156148" y="59"/>
                      <a:pt x="201157" y="45068"/>
                      <a:pt x="201216" y="100608"/>
                    </a:cubicBezTo>
                    <a:close/>
                    <a:moveTo>
                      <a:pt x="185738" y="100608"/>
                    </a:moveTo>
                    <a:cubicBezTo>
                      <a:pt x="185738" y="53592"/>
                      <a:pt x="147624" y="15478"/>
                      <a:pt x="100608" y="15478"/>
                    </a:cubicBezTo>
                    <a:cubicBezTo>
                      <a:pt x="53592" y="15478"/>
                      <a:pt x="15478" y="53592"/>
                      <a:pt x="15478" y="100608"/>
                    </a:cubicBezTo>
                    <a:cubicBezTo>
                      <a:pt x="15478" y="147624"/>
                      <a:pt x="53592" y="185738"/>
                      <a:pt x="100608" y="185738"/>
                    </a:cubicBezTo>
                    <a:cubicBezTo>
                      <a:pt x="147602" y="185684"/>
                      <a:pt x="185684" y="147602"/>
                      <a:pt x="185738" y="10060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49" name="Freeform 49"/>
            <p:cNvSpPr/>
            <p:nvPr/>
          </p:nvSpPr>
          <p:spPr>
            <a:xfrm>
              <a:off x="971550" y="4460293"/>
              <a:ext cx="209550" cy="205167"/>
            </a:xfrm>
            <a:custGeom>
              <a:avLst/>
              <a:gdLst/>
              <a:ahLst/>
              <a:cxnLst/>
              <a:rect l="l" t="t" r="r" b="b"/>
              <a:pathLst>
                <a:path w="209550" h="205167">
                  <a:moveTo>
                    <a:pt x="104775" y="0"/>
                  </a:moveTo>
                  <a:cubicBezTo>
                    <a:pt x="46887" y="0"/>
                    <a:pt x="0" y="46913"/>
                    <a:pt x="0" y="104775"/>
                  </a:cubicBezTo>
                  <a:cubicBezTo>
                    <a:pt x="0" y="151077"/>
                    <a:pt x="30018" y="190341"/>
                    <a:pt x="71640" y="204180"/>
                  </a:cubicBezTo>
                  <a:cubicBezTo>
                    <a:pt x="76879" y="205167"/>
                    <a:pt x="78800" y="201928"/>
                    <a:pt x="78800" y="199142"/>
                  </a:cubicBezTo>
                  <a:cubicBezTo>
                    <a:pt x="78800" y="196654"/>
                    <a:pt x="78712" y="190062"/>
                    <a:pt x="78669" y="181331"/>
                  </a:cubicBezTo>
                  <a:cubicBezTo>
                    <a:pt x="49524" y="187652"/>
                    <a:pt x="43377" y="167273"/>
                    <a:pt x="43377" y="167273"/>
                  </a:cubicBezTo>
                  <a:cubicBezTo>
                    <a:pt x="38610" y="155181"/>
                    <a:pt x="31721" y="151950"/>
                    <a:pt x="31721" y="151950"/>
                  </a:cubicBezTo>
                  <a:cubicBezTo>
                    <a:pt x="22230" y="145454"/>
                    <a:pt x="32454" y="145585"/>
                    <a:pt x="32454" y="145585"/>
                  </a:cubicBezTo>
                  <a:cubicBezTo>
                    <a:pt x="42975" y="146318"/>
                    <a:pt x="48502" y="156377"/>
                    <a:pt x="48502" y="156377"/>
                  </a:cubicBezTo>
                  <a:cubicBezTo>
                    <a:pt x="57845" y="172399"/>
                    <a:pt x="73028" y="167771"/>
                    <a:pt x="79018" y="165090"/>
                  </a:cubicBezTo>
                  <a:cubicBezTo>
                    <a:pt x="79961" y="158315"/>
                    <a:pt x="82659" y="153696"/>
                    <a:pt x="85654" y="151077"/>
                  </a:cubicBezTo>
                  <a:cubicBezTo>
                    <a:pt x="62385" y="148457"/>
                    <a:pt x="37929" y="139447"/>
                    <a:pt x="37929" y="99301"/>
                  </a:cubicBezTo>
                  <a:cubicBezTo>
                    <a:pt x="37929" y="87863"/>
                    <a:pt x="41989" y="78520"/>
                    <a:pt x="48712" y="71186"/>
                  </a:cubicBezTo>
                  <a:cubicBezTo>
                    <a:pt x="47533" y="68540"/>
                    <a:pt x="43997" y="57888"/>
                    <a:pt x="49628" y="43455"/>
                  </a:cubicBezTo>
                  <a:cubicBezTo>
                    <a:pt x="49628" y="43455"/>
                    <a:pt x="58403" y="40644"/>
                    <a:pt x="78442" y="54195"/>
                  </a:cubicBezTo>
                  <a:cubicBezTo>
                    <a:pt x="86824" y="51864"/>
                    <a:pt x="95729" y="50711"/>
                    <a:pt x="104635" y="50659"/>
                  </a:cubicBezTo>
                  <a:cubicBezTo>
                    <a:pt x="113541" y="50711"/>
                    <a:pt x="122447" y="51864"/>
                    <a:pt x="130829" y="54195"/>
                  </a:cubicBezTo>
                  <a:cubicBezTo>
                    <a:pt x="150736" y="40644"/>
                    <a:pt x="159511" y="43455"/>
                    <a:pt x="159511" y="43455"/>
                  </a:cubicBezTo>
                  <a:cubicBezTo>
                    <a:pt x="165143" y="57888"/>
                    <a:pt x="161607" y="68540"/>
                    <a:pt x="160559" y="71186"/>
                  </a:cubicBezTo>
                  <a:cubicBezTo>
                    <a:pt x="167238" y="78520"/>
                    <a:pt x="171298" y="87863"/>
                    <a:pt x="171298" y="99301"/>
                  </a:cubicBezTo>
                  <a:cubicBezTo>
                    <a:pt x="171298" y="139552"/>
                    <a:pt x="146807" y="148414"/>
                    <a:pt x="123495" y="150990"/>
                  </a:cubicBezTo>
                  <a:cubicBezTo>
                    <a:pt x="127162" y="154133"/>
                    <a:pt x="130567" y="160559"/>
                    <a:pt x="130567" y="170373"/>
                  </a:cubicBezTo>
                  <a:cubicBezTo>
                    <a:pt x="130567" y="184395"/>
                    <a:pt x="130436" y="195659"/>
                    <a:pt x="130436" y="199064"/>
                  </a:cubicBezTo>
                  <a:cubicBezTo>
                    <a:pt x="130436" y="201814"/>
                    <a:pt x="132270" y="205088"/>
                    <a:pt x="137639" y="204041"/>
                  </a:cubicBezTo>
                  <a:cubicBezTo>
                    <a:pt x="179558" y="190298"/>
                    <a:pt x="209550" y="151007"/>
                    <a:pt x="209550" y="104775"/>
                  </a:cubicBezTo>
                  <a:cubicBezTo>
                    <a:pt x="209550" y="46913"/>
                    <a:pt x="162637" y="0"/>
                    <a:pt x="104775" y="0"/>
                  </a:cubicBezTo>
                </a:path>
              </a:pathLst>
            </a:custGeom>
            <a:solidFill>
              <a:srgbClr val="1F1B1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279208" y="4481989"/>
              <a:ext cx="46784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GPL-3.0，中英双语 README，docs/ 含 PRD 与审计记录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4953000"/>
            <a:ext cx="5471493" cy="1143000"/>
            <a:chOff x="609600" y="4953000"/>
            <a:chExt cx="5471493" cy="1143000"/>
          </a:xfrm>
        </p:grpSpPr>
        <p:sp>
          <p:nvSpPr>
            <p:cNvPr id="52" name="Rectangle 52"/>
            <p:cNvSpPr/>
            <p:nvPr/>
          </p:nvSpPr>
          <p:spPr>
            <a:xfrm>
              <a:off x="609600" y="495300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1F1B1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44947" y="5180094"/>
              <a:ext cx="233491" cy="230086"/>
              <a:chOff x="844947" y="5180094"/>
              <a:chExt cx="233491" cy="23008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57250" y="519112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  <a:moveTo>
                      <a:pt x="180975" y="152400"/>
                    </a:moveTo>
                    <a:cubicBezTo>
                      <a:pt x="165193" y="152400"/>
                      <a:pt x="152400" y="165193"/>
                      <a:pt x="152400" y="180975"/>
                    </a:cubicBezTo>
                    <a:cubicBezTo>
                      <a:pt x="152400" y="196757"/>
                      <a:pt x="165193" y="209550"/>
                      <a:pt x="180975" y="209550"/>
                    </a:cubicBezTo>
                    <a:cubicBezTo>
                      <a:pt x="196757" y="209550"/>
                      <a:pt x="209550" y="196757"/>
                      <a:pt x="209550" y="180975"/>
                    </a:cubicBezTo>
                    <a:cubicBezTo>
                      <a:pt x="209550" y="165193"/>
                      <a:pt x="196757" y="152400"/>
                      <a:pt x="180975" y="152400"/>
                    </a:cubicBezTo>
                    <a:close/>
                  </a:path>
                </a:pathLst>
              </a:custGeom>
              <a:solidFill>
                <a:srgbClr val="FC7E5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44947" y="5180094"/>
                <a:ext cx="233491" cy="230086"/>
              </a:xfrm>
              <a:custGeom>
                <a:avLst/>
                <a:gdLst/>
                <a:ahLst/>
                <a:cxnLst/>
                <a:rect l="l" t="t" r="r" b="b"/>
                <a:pathLst>
                  <a:path w="233491" h="230086">
                    <a:moveTo>
                      <a:pt x="78978" y="39606"/>
                    </a:moveTo>
                    <a:cubicBezTo>
                      <a:pt x="78968" y="19809"/>
                      <a:pt x="63798" y="3318"/>
                      <a:pt x="44070" y="1659"/>
                    </a:cubicBezTo>
                    <a:cubicBezTo>
                      <a:pt x="24343" y="0"/>
                      <a:pt x="6632" y="13726"/>
                      <a:pt x="3316" y="33243"/>
                    </a:cubicBezTo>
                    <a:cubicBezTo>
                      <a:pt x="0" y="52761"/>
                      <a:pt x="12184" y="71566"/>
                      <a:pt x="31353" y="76515"/>
                    </a:cubicBezTo>
                    <a:lnTo>
                      <a:pt x="31353" y="155096"/>
                    </a:lnTo>
                    <a:cubicBezTo>
                      <a:pt x="12776" y="159893"/>
                      <a:pt x="664" y="177754"/>
                      <a:pt x="3081" y="196787"/>
                    </a:cubicBezTo>
                    <a:cubicBezTo>
                      <a:pt x="5499" y="215820"/>
                      <a:pt x="21692" y="230086"/>
                      <a:pt x="40878" y="230086"/>
                    </a:cubicBezTo>
                    <a:cubicBezTo>
                      <a:pt x="60064" y="230086"/>
                      <a:pt x="76256" y="215820"/>
                      <a:pt x="78674" y="196787"/>
                    </a:cubicBezTo>
                    <a:cubicBezTo>
                      <a:pt x="81091" y="177754"/>
                      <a:pt x="68979" y="159893"/>
                      <a:pt x="50403" y="155096"/>
                    </a:cubicBezTo>
                    <a:lnTo>
                      <a:pt x="50403" y="76515"/>
                    </a:lnTo>
                    <a:cubicBezTo>
                      <a:pt x="67217" y="72148"/>
                      <a:pt x="78961" y="56978"/>
                      <a:pt x="78978" y="39606"/>
                    </a:cubicBezTo>
                    <a:close/>
                    <a:moveTo>
                      <a:pt x="21828" y="39606"/>
                    </a:moveTo>
                    <a:cubicBezTo>
                      <a:pt x="21828" y="29085"/>
                      <a:pt x="30357" y="20556"/>
                      <a:pt x="40878" y="20556"/>
                    </a:cubicBezTo>
                    <a:cubicBezTo>
                      <a:pt x="51399" y="20556"/>
                      <a:pt x="59928" y="29085"/>
                      <a:pt x="59928" y="39606"/>
                    </a:cubicBezTo>
                    <a:cubicBezTo>
                      <a:pt x="59928" y="50127"/>
                      <a:pt x="51399" y="58656"/>
                      <a:pt x="40878" y="58656"/>
                    </a:cubicBezTo>
                    <a:cubicBezTo>
                      <a:pt x="30357" y="58656"/>
                      <a:pt x="21828" y="50127"/>
                      <a:pt x="21828" y="39606"/>
                    </a:cubicBezTo>
                    <a:close/>
                    <a:moveTo>
                      <a:pt x="59928" y="192006"/>
                    </a:moveTo>
                    <a:cubicBezTo>
                      <a:pt x="59928" y="202527"/>
                      <a:pt x="51399" y="211056"/>
                      <a:pt x="40878" y="211056"/>
                    </a:cubicBezTo>
                    <a:cubicBezTo>
                      <a:pt x="30357" y="211056"/>
                      <a:pt x="21828" y="202527"/>
                      <a:pt x="21828" y="192006"/>
                    </a:cubicBezTo>
                    <a:cubicBezTo>
                      <a:pt x="21828" y="181485"/>
                      <a:pt x="30357" y="172956"/>
                      <a:pt x="40878" y="172956"/>
                    </a:cubicBezTo>
                    <a:cubicBezTo>
                      <a:pt x="51399" y="172956"/>
                      <a:pt x="59928" y="181485"/>
                      <a:pt x="59928" y="192006"/>
                    </a:cubicBezTo>
                    <a:close/>
                    <a:moveTo>
                      <a:pt x="202803" y="155096"/>
                    </a:moveTo>
                    <a:lnTo>
                      <a:pt x="202803" y="110900"/>
                    </a:lnTo>
                    <a:cubicBezTo>
                      <a:pt x="202847" y="93208"/>
                      <a:pt x="195817" y="76232"/>
                      <a:pt x="183276" y="63752"/>
                    </a:cubicBezTo>
                    <a:lnTo>
                      <a:pt x="149594" y="30081"/>
                    </a:lnTo>
                    <a:lnTo>
                      <a:pt x="183753" y="30081"/>
                    </a:lnTo>
                    <a:cubicBezTo>
                      <a:pt x="189013" y="30081"/>
                      <a:pt x="193278" y="25816"/>
                      <a:pt x="193278" y="20556"/>
                    </a:cubicBezTo>
                    <a:cubicBezTo>
                      <a:pt x="193278" y="15295"/>
                      <a:pt x="189013" y="11031"/>
                      <a:pt x="183753" y="11031"/>
                    </a:cubicBezTo>
                    <a:lnTo>
                      <a:pt x="126603" y="11031"/>
                    </a:lnTo>
                    <a:cubicBezTo>
                      <a:pt x="121342" y="11031"/>
                      <a:pt x="117078" y="15295"/>
                      <a:pt x="117078" y="20556"/>
                    </a:cubicBezTo>
                    <a:lnTo>
                      <a:pt x="117078" y="77706"/>
                    </a:lnTo>
                    <a:cubicBezTo>
                      <a:pt x="117078" y="82966"/>
                      <a:pt x="121342" y="87231"/>
                      <a:pt x="126603" y="87231"/>
                    </a:cubicBezTo>
                    <a:cubicBezTo>
                      <a:pt x="131863" y="87231"/>
                      <a:pt x="136128" y="82966"/>
                      <a:pt x="136128" y="77706"/>
                    </a:cubicBezTo>
                    <a:lnTo>
                      <a:pt x="136128" y="43547"/>
                    </a:lnTo>
                    <a:lnTo>
                      <a:pt x="169798" y="77229"/>
                    </a:lnTo>
                    <a:cubicBezTo>
                      <a:pt x="178763" y="86137"/>
                      <a:pt x="183788" y="98263"/>
                      <a:pt x="183753" y="110900"/>
                    </a:cubicBezTo>
                    <a:lnTo>
                      <a:pt x="183753" y="155096"/>
                    </a:lnTo>
                    <a:cubicBezTo>
                      <a:pt x="165176" y="159893"/>
                      <a:pt x="153064" y="177754"/>
                      <a:pt x="155481" y="196787"/>
                    </a:cubicBezTo>
                    <a:cubicBezTo>
                      <a:pt x="157899" y="215820"/>
                      <a:pt x="174092" y="230086"/>
                      <a:pt x="193278" y="230086"/>
                    </a:cubicBezTo>
                    <a:cubicBezTo>
                      <a:pt x="212464" y="230086"/>
                      <a:pt x="228656" y="215820"/>
                      <a:pt x="231074" y="196787"/>
                    </a:cubicBezTo>
                    <a:cubicBezTo>
                      <a:pt x="233491" y="177754"/>
                      <a:pt x="221379" y="159893"/>
                      <a:pt x="202803" y="155096"/>
                    </a:cubicBezTo>
                    <a:close/>
                    <a:moveTo>
                      <a:pt x="193278" y="211056"/>
                    </a:moveTo>
                    <a:cubicBezTo>
                      <a:pt x="182757" y="211056"/>
                      <a:pt x="174228" y="202527"/>
                      <a:pt x="174228" y="192006"/>
                    </a:cubicBezTo>
                    <a:cubicBezTo>
                      <a:pt x="174228" y="181485"/>
                      <a:pt x="182757" y="172956"/>
                      <a:pt x="193278" y="172956"/>
                    </a:cubicBezTo>
                    <a:cubicBezTo>
                      <a:pt x="203799" y="172956"/>
                      <a:pt x="212328" y="181485"/>
                      <a:pt x="212328" y="192006"/>
                    </a:cubicBezTo>
                    <a:cubicBezTo>
                      <a:pt x="212328" y="202527"/>
                      <a:pt x="203799" y="211056"/>
                      <a:pt x="193278" y="211056"/>
                    </a:cubicBezTo>
                    <a:close/>
                  </a:path>
                </a:pathLst>
              </a:custGeom>
              <a:solidFill>
                <a:srgbClr val="FC7E5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00150" y="5200650"/>
              <a:ext cx="29134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欢迎 issue 与范围清晰的 PR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6765" y="5563552"/>
              <a:ext cx="52943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新平台接入有契约测试兜底：漏接任一层 Adapter，pnpm test 直接报缺哪里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6765" y="5792152"/>
              <a:ext cx="4956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应用内 "Request a platform" 入口预填 issue 模板，用户需求直达仓库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654165" y="1505902"/>
            <a:ext cx="509730" cy="4399598"/>
            <a:chOff x="6654165" y="1505902"/>
            <a:chExt cx="509730" cy="4399598"/>
          </a:xfrm>
        </p:grpSpPr>
        <p:sp>
          <p:nvSpPr>
            <p:cNvPr id="60" name="TextBox 60"/>
            <p:cNvSpPr txBox="1"/>
            <p:nvPr/>
          </p:nvSpPr>
          <p:spPr>
            <a:xfrm>
              <a:off x="6654165" y="15059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接下来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667500" y="18097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38100" cap="rnd">
              <a:solidFill>
                <a:srgbClr val="DCD4C8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6667500" y="1809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38100" cap="rnd">
              <a:solidFill>
                <a:srgbClr val="FC7E5B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6534150" y="1771650"/>
            <a:ext cx="5048250" cy="666750"/>
            <a:chOff x="6534150" y="1771650"/>
            <a:chExt cx="5048250" cy="666750"/>
          </a:xfrm>
        </p:grpSpPr>
        <p:sp>
          <p:nvSpPr>
            <p:cNvPr id="64" name="Ellipse 64"/>
            <p:cNvSpPr/>
            <p:nvPr/>
          </p:nvSpPr>
          <p:spPr>
            <a:xfrm>
              <a:off x="6534150" y="1962150"/>
              <a:ext cx="266700" cy="266700"/>
            </a:xfrm>
            <a:prstGeom prst="ellipse">
              <a:avLst/>
            </a:prstGeom>
            <a:solidFill>
              <a:srgbClr val="FC7E5B"/>
            </a:solidFill>
            <a:ln w="38100">
              <a:solidFill>
                <a:srgbClr val="FBF9F6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6619875" y="2047875"/>
              <a:ext cx="95250" cy="95250"/>
            </a:xfrm>
            <a:prstGeom prst="ellipse">
              <a:avLst/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953250" y="1771650"/>
              <a:ext cx="46291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FC7E5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27558" y="18816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更多内容来源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30415" y="2153602"/>
              <a:ext cx="341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按 Platform Request 反馈排期，接入契约已就绪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687050" y="188595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849594" y="1950720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进行中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534150" y="2819400"/>
            <a:ext cx="5048250" cy="666750"/>
            <a:chOff x="6534150" y="2819400"/>
            <a:chExt cx="5048250" cy="666750"/>
          </a:xfrm>
        </p:grpSpPr>
        <p:sp>
          <p:nvSpPr>
            <p:cNvPr id="72" name="Ellipse 72"/>
            <p:cNvSpPr/>
            <p:nvPr/>
          </p:nvSpPr>
          <p:spPr>
            <a:xfrm>
              <a:off x="6534150" y="3009900"/>
              <a:ext cx="266700" cy="266700"/>
            </a:xfrm>
            <a:prstGeom prst="ellipse">
              <a:avLst/>
            </a:prstGeom>
            <a:solidFill>
              <a:srgbClr val="FBF9F6"/>
            </a:solidFill>
            <a:ln w="28575">
              <a:solidFill>
                <a:srgbClr val="DCD4C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6619875" y="3095625"/>
              <a:ext cx="95250" cy="95250"/>
            </a:xfrm>
            <a:prstGeom prst="ellipse">
              <a:avLst/>
            </a:prstGeom>
            <a:solidFill>
              <a:srgbClr val="8F867B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953250" y="2819400"/>
              <a:ext cx="46291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27558" y="2929414"/>
              <a:ext cx="23982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知识库数据层 WebDAV 同步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30415" y="3201352"/>
              <a:ext cx="26796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PGlite 主键并集合并，embedding 随行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687050" y="293370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918603" y="2998470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534150" y="3867150"/>
            <a:ext cx="5048250" cy="666750"/>
            <a:chOff x="6534150" y="3867150"/>
            <a:chExt cx="5048250" cy="666750"/>
          </a:xfrm>
        </p:grpSpPr>
        <p:sp>
          <p:nvSpPr>
            <p:cNvPr id="80" name="Ellipse 80"/>
            <p:cNvSpPr/>
            <p:nvPr/>
          </p:nvSpPr>
          <p:spPr>
            <a:xfrm>
              <a:off x="6534150" y="4057650"/>
              <a:ext cx="266700" cy="266700"/>
            </a:xfrm>
            <a:prstGeom prst="ellipse">
              <a:avLst/>
            </a:prstGeom>
            <a:solidFill>
              <a:srgbClr val="FBF9F6"/>
            </a:solidFill>
            <a:ln w="28575">
              <a:solidFill>
                <a:srgbClr val="DCD4C8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6619875" y="4143375"/>
              <a:ext cx="95250" cy="95250"/>
            </a:xfrm>
            <a:prstGeom prst="ellipse">
              <a:avLst/>
            </a:prstGeom>
            <a:solidFill>
              <a:srgbClr val="8F867B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953250" y="3867150"/>
              <a:ext cx="46291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127558" y="3977164"/>
              <a:ext cx="14303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独立语义搜索 UI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30415" y="4249102"/>
              <a:ext cx="36994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hybridRetrieve 内核已验证，补不经 LLM 的直接入口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0687050" y="398145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918603" y="4046220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534150" y="4914900"/>
            <a:ext cx="5048250" cy="666750"/>
            <a:chOff x="6534150" y="4914900"/>
            <a:chExt cx="5048250" cy="666750"/>
          </a:xfrm>
        </p:grpSpPr>
        <p:sp>
          <p:nvSpPr>
            <p:cNvPr id="88" name="Ellipse 88"/>
            <p:cNvSpPr/>
            <p:nvPr/>
          </p:nvSpPr>
          <p:spPr>
            <a:xfrm>
              <a:off x="6534150" y="5105400"/>
              <a:ext cx="266700" cy="266700"/>
            </a:xfrm>
            <a:prstGeom prst="ellipse">
              <a:avLst/>
            </a:prstGeom>
            <a:solidFill>
              <a:srgbClr val="FBF9F6"/>
            </a:solidFill>
            <a:ln w="28575">
              <a:solidFill>
                <a:srgbClr val="DCD4C8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6619875" y="5191125"/>
              <a:ext cx="95250" cy="95250"/>
            </a:xfrm>
            <a:prstGeom prst="ellipse">
              <a:avLst/>
            </a:prstGeom>
            <a:solidFill>
              <a:srgbClr val="8F867B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953250" y="4914900"/>
              <a:ext cx="46291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D4C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127558" y="5024914"/>
              <a:ext cx="2408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嵌入 / 标签回填与诊断面板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130415" y="5296852"/>
              <a:ext cx="28713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让"哪些条目没进库、为什么"在 UI 里可见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687050" y="502920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5F1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918603" y="5093970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35A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98170" y="6477000"/>
            <a:ext cx="10995660" cy="295275"/>
            <a:chOff x="598170" y="6477000"/>
            <a:chExt cx="10995660" cy="295275"/>
          </a:xfrm>
        </p:grpSpPr>
        <p:sp>
          <p:nvSpPr>
            <p:cNvPr id="96" name="Line 96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D4C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98170" y="658939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196352" y="65893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15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9" grpId="0"/>
      <p:bldP spid="63" grpId="0"/>
      <p:bldP spid="71" grpId="0"/>
      <p:bldP spid="79" grpId="0"/>
      <p:bldP spid="87" grpId="0"/>
      <p:bldP spid="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F1B1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C7E5B">
                    <a:alpha val="22000"/>
                  </a:srgbClr>
                </a:gs>
                <a:gs pos="100000">
                  <a:srgbClr val="FC7E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9600" y="685800"/>
            <a:ext cx="2004691" cy="581025"/>
            <a:chOff x="609600" y="685800"/>
            <a:chExt cx="2004691" cy="581025"/>
          </a:xfrm>
        </p:grpSpPr>
        <p:sp>
          <p:nvSpPr>
            <p:cNvPr id="5" name="Rectangle 5"/>
            <p:cNvSpPr/>
            <p:nvPr/>
          </p:nvSpPr>
          <p:spPr>
            <a:xfrm>
              <a:off x="609600" y="68580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C7E5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557" y="77914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F1B17"/>
                  </a:solidFill>
                  <a:latin typeface="Arial"/>
                  <a:ea typeface="Microsoft YaHei"/>
                  <a:cs typeface="Arial"/>
                </a:rPr>
                <a:t>F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28725" y="785812"/>
              <a:ext cx="13855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favbase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2339340"/>
            <a:ext cx="7273862" cy="1184910"/>
            <a:chOff x="548640" y="2339340"/>
            <a:chExt cx="7273862" cy="1184910"/>
          </a:xfrm>
        </p:grpSpPr>
        <p:sp>
          <p:nvSpPr>
            <p:cNvPr id="9" name="TextBox 9"/>
            <p:cNvSpPr txBox="1"/>
            <p:nvPr/>
          </p:nvSpPr>
          <p:spPr>
            <a:xfrm>
              <a:off x="548640" y="2339340"/>
              <a:ext cx="527456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收藏不该是终点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6740" y="3158490"/>
              <a:ext cx="72357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六个平台 → 一个本地库 → 一个先查证、有来源、只读的 agent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4080000"/>
            <a:ext cx="7141845" cy="1254000"/>
            <a:chOff x="609600" y="4080000"/>
            <a:chExt cx="7141845" cy="1254000"/>
          </a:xfrm>
        </p:grpSpPr>
        <p:sp>
          <p:nvSpPr>
            <p:cNvPr id="12" name="Freeform 12"/>
            <p:cNvSpPr/>
            <p:nvPr/>
          </p:nvSpPr>
          <p:spPr>
            <a:xfrm>
              <a:off x="609600" y="4080000"/>
              <a:ext cx="266700" cy="261122"/>
            </a:xfrm>
            <a:custGeom>
              <a:avLst/>
              <a:gdLst/>
              <a:ahLst/>
              <a:cxnLst/>
              <a:rect l="l" t="t" r="r" b="b"/>
              <a:pathLst>
                <a:path w="266700" h="261122">
                  <a:moveTo>
                    <a:pt x="133350" y="0"/>
                  </a:moveTo>
                  <a:cubicBezTo>
                    <a:pt x="59674" y="0"/>
                    <a:pt x="0" y="59707"/>
                    <a:pt x="0" y="133350"/>
                  </a:cubicBezTo>
                  <a:cubicBezTo>
                    <a:pt x="0" y="192280"/>
                    <a:pt x="38205" y="242253"/>
                    <a:pt x="91178" y="259866"/>
                  </a:cubicBezTo>
                  <a:cubicBezTo>
                    <a:pt x="97846" y="261122"/>
                    <a:pt x="100290" y="256999"/>
                    <a:pt x="100290" y="253454"/>
                  </a:cubicBezTo>
                  <a:cubicBezTo>
                    <a:pt x="100290" y="250287"/>
                    <a:pt x="100179" y="241897"/>
                    <a:pt x="100124" y="230784"/>
                  </a:cubicBezTo>
                  <a:cubicBezTo>
                    <a:pt x="63030" y="238830"/>
                    <a:pt x="55207" y="212893"/>
                    <a:pt x="55207" y="212893"/>
                  </a:cubicBezTo>
                  <a:cubicBezTo>
                    <a:pt x="49139" y="197502"/>
                    <a:pt x="40372" y="193391"/>
                    <a:pt x="40372" y="193391"/>
                  </a:cubicBezTo>
                  <a:cubicBezTo>
                    <a:pt x="28292" y="185123"/>
                    <a:pt x="41305" y="185290"/>
                    <a:pt x="41305" y="185290"/>
                  </a:cubicBezTo>
                  <a:cubicBezTo>
                    <a:pt x="54696" y="186223"/>
                    <a:pt x="61730" y="199025"/>
                    <a:pt x="61730" y="199025"/>
                  </a:cubicBezTo>
                  <a:cubicBezTo>
                    <a:pt x="73620" y="219416"/>
                    <a:pt x="92945" y="213527"/>
                    <a:pt x="100568" y="210115"/>
                  </a:cubicBezTo>
                  <a:cubicBezTo>
                    <a:pt x="101768" y="201492"/>
                    <a:pt x="105202" y="195613"/>
                    <a:pt x="109014" y="192280"/>
                  </a:cubicBezTo>
                  <a:cubicBezTo>
                    <a:pt x="79399" y="188946"/>
                    <a:pt x="48273" y="177478"/>
                    <a:pt x="48273" y="126382"/>
                  </a:cubicBezTo>
                  <a:cubicBezTo>
                    <a:pt x="48273" y="111825"/>
                    <a:pt x="53440" y="99935"/>
                    <a:pt x="61997" y="90600"/>
                  </a:cubicBezTo>
                  <a:cubicBezTo>
                    <a:pt x="60496" y="87233"/>
                    <a:pt x="55996" y="73676"/>
                    <a:pt x="63163" y="55307"/>
                  </a:cubicBezTo>
                  <a:cubicBezTo>
                    <a:pt x="63163" y="55307"/>
                    <a:pt x="74332" y="51729"/>
                    <a:pt x="99835" y="68975"/>
                  </a:cubicBezTo>
                  <a:cubicBezTo>
                    <a:pt x="110503" y="66008"/>
                    <a:pt x="121837" y="64541"/>
                    <a:pt x="133172" y="64475"/>
                  </a:cubicBezTo>
                  <a:cubicBezTo>
                    <a:pt x="144507" y="64541"/>
                    <a:pt x="155842" y="66008"/>
                    <a:pt x="166510" y="68975"/>
                  </a:cubicBezTo>
                  <a:cubicBezTo>
                    <a:pt x="191846" y="51729"/>
                    <a:pt x="203014" y="55307"/>
                    <a:pt x="203014" y="55307"/>
                  </a:cubicBezTo>
                  <a:cubicBezTo>
                    <a:pt x="210182" y="73676"/>
                    <a:pt x="205681" y="87233"/>
                    <a:pt x="204348" y="90600"/>
                  </a:cubicBezTo>
                  <a:cubicBezTo>
                    <a:pt x="212849" y="99935"/>
                    <a:pt x="218016" y="111825"/>
                    <a:pt x="218016" y="126382"/>
                  </a:cubicBezTo>
                  <a:cubicBezTo>
                    <a:pt x="218016" y="177611"/>
                    <a:pt x="186846" y="188890"/>
                    <a:pt x="157175" y="192168"/>
                  </a:cubicBezTo>
                  <a:cubicBezTo>
                    <a:pt x="161842" y="196169"/>
                    <a:pt x="166176" y="204348"/>
                    <a:pt x="166176" y="216838"/>
                  </a:cubicBezTo>
                  <a:cubicBezTo>
                    <a:pt x="166176" y="234685"/>
                    <a:pt x="166010" y="249020"/>
                    <a:pt x="166010" y="253354"/>
                  </a:cubicBezTo>
                  <a:cubicBezTo>
                    <a:pt x="166010" y="256854"/>
                    <a:pt x="168343" y="261022"/>
                    <a:pt x="175177" y="259688"/>
                  </a:cubicBezTo>
                  <a:cubicBezTo>
                    <a:pt x="228529" y="242197"/>
                    <a:pt x="266700" y="192191"/>
                    <a:pt x="266700" y="133350"/>
                  </a:cubicBezTo>
                  <a:cubicBezTo>
                    <a:pt x="266700" y="59707"/>
                    <a:pt x="206993" y="0"/>
                    <a:pt x="133350" y="0"/>
                  </a:cubicBezTo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9650" y="4114800"/>
              <a:ext cx="36309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C7E5B"/>
                  </a:solidFill>
                  <a:latin typeface="Consolas"/>
                  <a:ea typeface="Microsoft YaHei"/>
                  <a:cs typeface="Consolas"/>
                </a:rPr>
                <a:t>github.com/InvisibleQAQ/favbase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09600" y="4552091"/>
              <a:ext cx="266700" cy="230329"/>
            </a:xfrm>
            <a:custGeom>
              <a:avLst/>
              <a:gdLst/>
              <a:ahLst/>
              <a:cxnLst/>
              <a:rect l="l" t="t" r="r" b="b"/>
              <a:pathLst>
                <a:path w="266700" h="230329">
                  <a:moveTo>
                    <a:pt x="0" y="0"/>
                  </a:moveTo>
                  <a:lnTo>
                    <a:pt x="0" y="212138"/>
                  </a:lnTo>
                  <a:cubicBezTo>
                    <a:pt x="0" y="222139"/>
                    <a:pt x="8179" y="230318"/>
                    <a:pt x="18180" y="230318"/>
                  </a:cubicBezTo>
                  <a:lnTo>
                    <a:pt x="19636" y="230318"/>
                  </a:lnTo>
                  <a:cubicBezTo>
                    <a:pt x="18676" y="224305"/>
                    <a:pt x="18193" y="218226"/>
                    <a:pt x="18191" y="212138"/>
                  </a:cubicBezTo>
                  <a:cubicBezTo>
                    <a:pt x="18144" y="189890"/>
                    <a:pt x="24581" y="168110"/>
                    <a:pt x="36716" y="149463"/>
                  </a:cubicBezTo>
                  <a:lnTo>
                    <a:pt x="83410" y="230318"/>
                  </a:lnTo>
                  <a:lnTo>
                    <a:pt x="95945" y="230318"/>
                  </a:lnTo>
                  <a:cubicBezTo>
                    <a:pt x="89723" y="217391"/>
                    <a:pt x="90548" y="202179"/>
                    <a:pt x="98132" y="190001"/>
                  </a:cubicBezTo>
                  <a:cubicBezTo>
                    <a:pt x="105716" y="177823"/>
                    <a:pt x="119004" y="170372"/>
                    <a:pt x="133350" y="170255"/>
                  </a:cubicBezTo>
                  <a:cubicBezTo>
                    <a:pt x="147699" y="170371"/>
                    <a:pt x="160991" y="177823"/>
                    <a:pt x="168575" y="190004"/>
                  </a:cubicBezTo>
                  <a:cubicBezTo>
                    <a:pt x="176160" y="202185"/>
                    <a:pt x="176982" y="217401"/>
                    <a:pt x="170755" y="230329"/>
                  </a:cubicBezTo>
                  <a:lnTo>
                    <a:pt x="182401" y="230329"/>
                  </a:lnTo>
                  <a:cubicBezTo>
                    <a:pt x="190506" y="208609"/>
                    <a:pt x="183325" y="184146"/>
                    <a:pt x="164765" y="170255"/>
                  </a:cubicBezTo>
                  <a:lnTo>
                    <a:pt x="240663" y="170255"/>
                  </a:lnTo>
                  <a:cubicBezTo>
                    <a:pt x="248121" y="189349"/>
                    <a:pt x="250335" y="210091"/>
                    <a:pt x="247075" y="230329"/>
                  </a:cubicBezTo>
                  <a:lnTo>
                    <a:pt x="248520" y="230329"/>
                  </a:lnTo>
                  <a:cubicBezTo>
                    <a:pt x="258521" y="230329"/>
                    <a:pt x="266700" y="222139"/>
                    <a:pt x="266700" y="212138"/>
                  </a:cubicBezTo>
                  <a:lnTo>
                    <a:pt x="266700" y="0"/>
                  </a:lnTo>
                  <a:close/>
                  <a:moveTo>
                    <a:pt x="103046" y="24236"/>
                  </a:moveTo>
                  <a:lnTo>
                    <a:pt x="163654" y="24236"/>
                  </a:lnTo>
                  <a:cubicBezTo>
                    <a:pt x="170350" y="24236"/>
                    <a:pt x="175778" y="29664"/>
                    <a:pt x="175778" y="36360"/>
                  </a:cubicBezTo>
                  <a:cubicBezTo>
                    <a:pt x="175778" y="43056"/>
                    <a:pt x="170350" y="48484"/>
                    <a:pt x="163654" y="48484"/>
                  </a:cubicBezTo>
                  <a:lnTo>
                    <a:pt x="103046" y="48484"/>
                  </a:lnTo>
                  <a:cubicBezTo>
                    <a:pt x="96350" y="48484"/>
                    <a:pt x="90922" y="43056"/>
                    <a:pt x="90922" y="36360"/>
                  </a:cubicBezTo>
                  <a:cubicBezTo>
                    <a:pt x="90922" y="29664"/>
                    <a:pt x="96350" y="24236"/>
                    <a:pt x="103046" y="24236"/>
                  </a:cubicBezTo>
                  <a:moveTo>
                    <a:pt x="133350" y="96979"/>
                  </a:moveTo>
                  <a:cubicBezTo>
                    <a:pt x="176639" y="96960"/>
                    <a:pt x="216279" y="121226"/>
                    <a:pt x="235952" y="159787"/>
                  </a:cubicBezTo>
                  <a:lnTo>
                    <a:pt x="133350" y="159787"/>
                  </a:lnTo>
                  <a:cubicBezTo>
                    <a:pt x="106853" y="159784"/>
                    <a:pt x="84533" y="179584"/>
                    <a:pt x="81377" y="205892"/>
                  </a:cubicBezTo>
                  <a:lnTo>
                    <a:pt x="43450" y="140162"/>
                  </a:lnTo>
                  <a:cubicBezTo>
                    <a:pt x="65282" y="112835"/>
                    <a:pt x="98373" y="96940"/>
                    <a:pt x="133350" y="96979"/>
                  </a:cubicBezTo>
                </a:path>
              </a:pathLst>
            </a:custGeom>
            <a:solidFill>
              <a:srgbClr val="F3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9650" y="4572000"/>
              <a:ext cx="37842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Chrome Web Store · 搜索 "favbase"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48841" y="5023120"/>
              <a:ext cx="204305" cy="201326"/>
              <a:chOff x="648841" y="5023120"/>
              <a:chExt cx="204305" cy="2013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59606" y="5032772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50006" y="25003"/>
                    </a:moveTo>
                    <a:cubicBezTo>
                      <a:pt x="50006" y="38812"/>
                      <a:pt x="38812" y="50006"/>
                      <a:pt x="25003" y="50006"/>
                    </a:cubicBezTo>
                    <a:cubicBezTo>
                      <a:pt x="11194" y="50006"/>
                      <a:pt x="0" y="38812"/>
                      <a:pt x="0" y="25003"/>
                    </a:cubicBezTo>
                    <a:cubicBezTo>
                      <a:pt x="0" y="11194"/>
                      <a:pt x="11194" y="0"/>
                      <a:pt x="25003" y="0"/>
                    </a:cubicBezTo>
                    <a:cubicBezTo>
                      <a:pt x="38812" y="0"/>
                      <a:pt x="50006" y="11194"/>
                      <a:pt x="50006" y="25003"/>
                    </a:cubicBezTo>
                    <a:close/>
                    <a:moveTo>
                      <a:pt x="158353" y="133350"/>
                    </a:moveTo>
                    <a:cubicBezTo>
                      <a:pt x="144544" y="133350"/>
                      <a:pt x="133350" y="144544"/>
                      <a:pt x="133350" y="158353"/>
                    </a:cubicBezTo>
                    <a:cubicBezTo>
                      <a:pt x="133350" y="172162"/>
                      <a:pt x="144544" y="183356"/>
                      <a:pt x="158353" y="183356"/>
                    </a:cubicBezTo>
                    <a:cubicBezTo>
                      <a:pt x="172162" y="183356"/>
                      <a:pt x="183356" y="172162"/>
                      <a:pt x="183356" y="158353"/>
                    </a:cubicBezTo>
                    <a:cubicBezTo>
                      <a:pt x="183356" y="144544"/>
                      <a:pt x="172162" y="133350"/>
                      <a:pt x="158353" y="133350"/>
                    </a:cubicBezTo>
                    <a:close/>
                  </a:path>
                </a:pathLst>
              </a:custGeom>
              <a:solidFill>
                <a:srgbClr val="F3EEE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48841" y="5023120"/>
                <a:ext cx="204305" cy="201326"/>
              </a:xfrm>
              <a:custGeom>
                <a:avLst/>
                <a:gdLst/>
                <a:ahLst/>
                <a:cxnLst/>
                <a:rect l="l" t="t" r="r" b="b"/>
                <a:pathLst>
                  <a:path w="204305" h="201326">
                    <a:moveTo>
                      <a:pt x="69105" y="34655"/>
                    </a:moveTo>
                    <a:cubicBezTo>
                      <a:pt x="69097" y="17333"/>
                      <a:pt x="55823" y="2903"/>
                      <a:pt x="38561" y="1451"/>
                    </a:cubicBezTo>
                    <a:cubicBezTo>
                      <a:pt x="21300" y="0"/>
                      <a:pt x="5803" y="12010"/>
                      <a:pt x="2901" y="29088"/>
                    </a:cubicBezTo>
                    <a:cubicBezTo>
                      <a:pt x="0" y="46166"/>
                      <a:pt x="10661" y="62620"/>
                      <a:pt x="27434" y="66951"/>
                    </a:cubicBezTo>
                    <a:lnTo>
                      <a:pt x="27434" y="135709"/>
                    </a:lnTo>
                    <a:cubicBezTo>
                      <a:pt x="11179" y="139906"/>
                      <a:pt x="581" y="155535"/>
                      <a:pt x="2696" y="172189"/>
                    </a:cubicBezTo>
                    <a:cubicBezTo>
                      <a:pt x="4811" y="188843"/>
                      <a:pt x="18980" y="201326"/>
                      <a:pt x="35768" y="201326"/>
                    </a:cubicBezTo>
                    <a:cubicBezTo>
                      <a:pt x="52556" y="201326"/>
                      <a:pt x="66724" y="188843"/>
                      <a:pt x="68840" y="172189"/>
                    </a:cubicBezTo>
                    <a:cubicBezTo>
                      <a:pt x="70955" y="155535"/>
                      <a:pt x="60357" y="139906"/>
                      <a:pt x="44102" y="135709"/>
                    </a:cubicBezTo>
                    <a:lnTo>
                      <a:pt x="44102" y="66951"/>
                    </a:lnTo>
                    <a:cubicBezTo>
                      <a:pt x="58815" y="63129"/>
                      <a:pt x="69091" y="49855"/>
                      <a:pt x="69105" y="34655"/>
                    </a:cubicBezTo>
                    <a:close/>
                    <a:moveTo>
                      <a:pt x="19099" y="34655"/>
                    </a:moveTo>
                    <a:cubicBezTo>
                      <a:pt x="19099" y="25449"/>
                      <a:pt x="26562" y="17986"/>
                      <a:pt x="35768" y="17986"/>
                    </a:cubicBezTo>
                    <a:cubicBezTo>
                      <a:pt x="44974" y="17986"/>
                      <a:pt x="52437" y="25449"/>
                      <a:pt x="52437" y="34655"/>
                    </a:cubicBezTo>
                    <a:cubicBezTo>
                      <a:pt x="52437" y="43861"/>
                      <a:pt x="44974" y="51324"/>
                      <a:pt x="35768" y="51324"/>
                    </a:cubicBezTo>
                    <a:cubicBezTo>
                      <a:pt x="26562" y="51324"/>
                      <a:pt x="19099" y="43861"/>
                      <a:pt x="19099" y="34655"/>
                    </a:cubicBezTo>
                    <a:close/>
                    <a:moveTo>
                      <a:pt x="52437" y="168005"/>
                    </a:moveTo>
                    <a:cubicBezTo>
                      <a:pt x="52437" y="177211"/>
                      <a:pt x="44974" y="184674"/>
                      <a:pt x="35768" y="184674"/>
                    </a:cubicBezTo>
                    <a:cubicBezTo>
                      <a:pt x="26562" y="184674"/>
                      <a:pt x="19099" y="177211"/>
                      <a:pt x="19099" y="168005"/>
                    </a:cubicBezTo>
                    <a:cubicBezTo>
                      <a:pt x="19099" y="158799"/>
                      <a:pt x="26562" y="151336"/>
                      <a:pt x="35768" y="151336"/>
                    </a:cubicBezTo>
                    <a:cubicBezTo>
                      <a:pt x="44974" y="151336"/>
                      <a:pt x="52437" y="158799"/>
                      <a:pt x="52437" y="168005"/>
                    </a:cubicBezTo>
                    <a:close/>
                    <a:moveTo>
                      <a:pt x="177452" y="135709"/>
                    </a:moveTo>
                    <a:lnTo>
                      <a:pt x="177452" y="97038"/>
                    </a:lnTo>
                    <a:cubicBezTo>
                      <a:pt x="177491" y="81557"/>
                      <a:pt x="171340" y="66703"/>
                      <a:pt x="160367" y="55783"/>
                    </a:cubicBezTo>
                    <a:lnTo>
                      <a:pt x="130894" y="26321"/>
                    </a:lnTo>
                    <a:lnTo>
                      <a:pt x="160784" y="26321"/>
                    </a:lnTo>
                    <a:cubicBezTo>
                      <a:pt x="165386" y="26321"/>
                      <a:pt x="169118" y="22589"/>
                      <a:pt x="169118" y="17986"/>
                    </a:cubicBezTo>
                    <a:cubicBezTo>
                      <a:pt x="169118" y="13383"/>
                      <a:pt x="165386" y="9652"/>
                      <a:pt x="160784" y="9652"/>
                    </a:cubicBezTo>
                    <a:lnTo>
                      <a:pt x="110777" y="9652"/>
                    </a:lnTo>
                    <a:cubicBezTo>
                      <a:pt x="106174" y="9652"/>
                      <a:pt x="102443" y="13383"/>
                      <a:pt x="102443" y="17986"/>
                    </a:cubicBezTo>
                    <a:lnTo>
                      <a:pt x="102443" y="67992"/>
                    </a:lnTo>
                    <a:cubicBezTo>
                      <a:pt x="102443" y="72595"/>
                      <a:pt x="106174" y="76327"/>
                      <a:pt x="110777" y="76327"/>
                    </a:cubicBezTo>
                    <a:cubicBezTo>
                      <a:pt x="115380" y="76327"/>
                      <a:pt x="119112" y="72595"/>
                      <a:pt x="119112" y="67992"/>
                    </a:cubicBezTo>
                    <a:lnTo>
                      <a:pt x="119112" y="38103"/>
                    </a:lnTo>
                    <a:lnTo>
                      <a:pt x="148574" y="67576"/>
                    </a:lnTo>
                    <a:cubicBezTo>
                      <a:pt x="156418" y="75370"/>
                      <a:pt x="160815" y="85980"/>
                      <a:pt x="160784" y="97038"/>
                    </a:cubicBezTo>
                    <a:lnTo>
                      <a:pt x="160784" y="135709"/>
                    </a:lnTo>
                    <a:cubicBezTo>
                      <a:pt x="144529" y="139906"/>
                      <a:pt x="133931" y="155535"/>
                      <a:pt x="136046" y="172189"/>
                    </a:cubicBezTo>
                    <a:cubicBezTo>
                      <a:pt x="138161" y="188843"/>
                      <a:pt x="152330" y="201326"/>
                      <a:pt x="169118" y="201326"/>
                    </a:cubicBezTo>
                    <a:cubicBezTo>
                      <a:pt x="185906" y="201326"/>
                      <a:pt x="200074" y="188843"/>
                      <a:pt x="202190" y="172189"/>
                    </a:cubicBezTo>
                    <a:cubicBezTo>
                      <a:pt x="204305" y="155535"/>
                      <a:pt x="193707" y="139906"/>
                      <a:pt x="177452" y="135709"/>
                    </a:cubicBezTo>
                    <a:close/>
                    <a:moveTo>
                      <a:pt x="169118" y="184674"/>
                    </a:moveTo>
                    <a:cubicBezTo>
                      <a:pt x="159912" y="184674"/>
                      <a:pt x="152449" y="177211"/>
                      <a:pt x="152449" y="168005"/>
                    </a:cubicBezTo>
                    <a:cubicBezTo>
                      <a:pt x="152449" y="158799"/>
                      <a:pt x="159912" y="151336"/>
                      <a:pt x="169118" y="151336"/>
                    </a:cubicBezTo>
                    <a:cubicBezTo>
                      <a:pt x="178324" y="151336"/>
                      <a:pt x="185787" y="158799"/>
                      <a:pt x="185787" y="168005"/>
                    </a:cubicBezTo>
                    <a:cubicBezTo>
                      <a:pt x="185787" y="177211"/>
                      <a:pt x="178324" y="184674"/>
                      <a:pt x="169118" y="184674"/>
                    </a:cubicBezTo>
                    <a:close/>
                  </a:path>
                </a:pathLst>
              </a:custGeom>
              <a:solidFill>
                <a:srgbClr val="F3EEE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09650" y="5029200"/>
              <a:ext cx="67417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EE7"/>
                  </a:solidFill>
                  <a:latin typeface="Arial"/>
                  <a:ea typeface="Microsoft YaHei"/>
                  <a:cs typeface="Arial"/>
                </a:rPr>
                <a:t>GPL-3.0 · issue 与 PR 欢迎 · 应用内 Request a platform 直达仓库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05900" y="4077652"/>
            <a:ext cx="2489835" cy="1408750"/>
            <a:chOff x="9105900" y="4077652"/>
            <a:chExt cx="2489835" cy="1408750"/>
          </a:xfrm>
        </p:grpSpPr>
        <p:sp>
          <p:nvSpPr>
            <p:cNvPr id="21" name="TextBox 21"/>
            <p:cNvSpPr txBox="1"/>
            <p:nvPr/>
          </p:nvSpPr>
          <p:spPr>
            <a:xfrm>
              <a:off x="10449592" y="4077652"/>
              <a:ext cx="1146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SOURCES TODAY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05900" y="4398264"/>
              <a:ext cx="304800" cy="271272"/>
            </a:xfrm>
            <a:custGeom>
              <a:avLst/>
              <a:gdLst/>
              <a:ahLst/>
              <a:cxnLst/>
              <a:rect l="l" t="t" r="r" b="b"/>
              <a:pathLst>
                <a:path w="304800" h="271272">
                  <a:moveTo>
                    <a:pt x="226225" y="42329"/>
                  </a:moveTo>
                  <a:lnTo>
                    <a:pt x="237071" y="42329"/>
                  </a:lnTo>
                  <a:cubicBezTo>
                    <a:pt x="256248" y="43015"/>
                    <a:pt x="272237" y="49670"/>
                    <a:pt x="284988" y="62319"/>
                  </a:cubicBezTo>
                  <a:cubicBezTo>
                    <a:pt x="297739" y="74955"/>
                    <a:pt x="304343" y="90881"/>
                    <a:pt x="304800" y="110071"/>
                  </a:cubicBezTo>
                  <a:lnTo>
                    <a:pt x="304800" y="203543"/>
                  </a:lnTo>
                  <a:cubicBezTo>
                    <a:pt x="304343" y="222720"/>
                    <a:pt x="297739" y="238709"/>
                    <a:pt x="284988" y="251460"/>
                  </a:cubicBezTo>
                  <a:cubicBezTo>
                    <a:pt x="272237" y="264211"/>
                    <a:pt x="256261" y="270815"/>
                    <a:pt x="237071" y="271272"/>
                  </a:cubicBezTo>
                  <a:lnTo>
                    <a:pt x="67729" y="271272"/>
                  </a:lnTo>
                  <a:cubicBezTo>
                    <a:pt x="48552" y="270815"/>
                    <a:pt x="32563" y="264211"/>
                    <a:pt x="19812" y="251460"/>
                  </a:cubicBezTo>
                  <a:cubicBezTo>
                    <a:pt x="7061" y="238709"/>
                    <a:pt x="457" y="222733"/>
                    <a:pt x="0" y="203543"/>
                  </a:cubicBezTo>
                  <a:lnTo>
                    <a:pt x="0" y="110071"/>
                  </a:lnTo>
                  <a:cubicBezTo>
                    <a:pt x="457" y="90881"/>
                    <a:pt x="7061" y="74955"/>
                    <a:pt x="19812" y="62319"/>
                  </a:cubicBezTo>
                  <a:cubicBezTo>
                    <a:pt x="32563" y="49670"/>
                    <a:pt x="48539" y="43015"/>
                    <a:pt x="67729" y="42329"/>
                  </a:cubicBezTo>
                  <a:lnTo>
                    <a:pt x="77559" y="42329"/>
                  </a:lnTo>
                  <a:lnTo>
                    <a:pt x="62649" y="28105"/>
                  </a:lnTo>
                  <a:cubicBezTo>
                    <a:pt x="59550" y="25088"/>
                    <a:pt x="57836" y="20924"/>
                    <a:pt x="57912" y="16599"/>
                  </a:cubicBezTo>
                  <a:cubicBezTo>
                    <a:pt x="57912" y="12078"/>
                    <a:pt x="59487" y="8242"/>
                    <a:pt x="62649" y="5080"/>
                  </a:cubicBezTo>
                  <a:lnTo>
                    <a:pt x="62992" y="4737"/>
                  </a:lnTo>
                  <a:cubicBezTo>
                    <a:pt x="66383" y="1575"/>
                    <a:pt x="70269" y="0"/>
                    <a:pt x="74676" y="0"/>
                  </a:cubicBezTo>
                  <a:cubicBezTo>
                    <a:pt x="79083" y="0"/>
                    <a:pt x="82969" y="1575"/>
                    <a:pt x="86360" y="4737"/>
                  </a:cubicBezTo>
                  <a:lnTo>
                    <a:pt x="122593" y="39624"/>
                  </a:lnTo>
                  <a:cubicBezTo>
                    <a:pt x="123495" y="40526"/>
                    <a:pt x="124295" y="41427"/>
                    <a:pt x="124968" y="42329"/>
                  </a:cubicBezTo>
                  <a:lnTo>
                    <a:pt x="179159" y="42329"/>
                  </a:lnTo>
                  <a:cubicBezTo>
                    <a:pt x="179687" y="41325"/>
                    <a:pt x="180373" y="40411"/>
                    <a:pt x="181191" y="39624"/>
                  </a:cubicBezTo>
                  <a:lnTo>
                    <a:pt x="217424" y="4737"/>
                  </a:lnTo>
                  <a:cubicBezTo>
                    <a:pt x="220815" y="1575"/>
                    <a:pt x="224701" y="0"/>
                    <a:pt x="229108" y="0"/>
                  </a:cubicBezTo>
                  <a:cubicBezTo>
                    <a:pt x="233515" y="0"/>
                    <a:pt x="237515" y="1918"/>
                    <a:pt x="240906" y="5080"/>
                  </a:cubicBezTo>
                  <a:cubicBezTo>
                    <a:pt x="244297" y="8242"/>
                    <a:pt x="245872" y="12078"/>
                    <a:pt x="245872" y="16599"/>
                  </a:cubicBezTo>
                  <a:cubicBezTo>
                    <a:pt x="245872" y="21107"/>
                    <a:pt x="244297" y="24943"/>
                    <a:pt x="241135" y="28105"/>
                  </a:cubicBezTo>
                  <a:close/>
                  <a:moveTo>
                    <a:pt x="67729" y="75184"/>
                  </a:moveTo>
                  <a:cubicBezTo>
                    <a:pt x="58255" y="75413"/>
                    <a:pt x="50292" y="78689"/>
                    <a:pt x="43853" y="85001"/>
                  </a:cubicBezTo>
                  <a:cubicBezTo>
                    <a:pt x="37427" y="91326"/>
                    <a:pt x="34087" y="99352"/>
                    <a:pt x="33871" y="109055"/>
                  </a:cubicBezTo>
                  <a:lnTo>
                    <a:pt x="33871" y="204559"/>
                  </a:lnTo>
                  <a:cubicBezTo>
                    <a:pt x="34087" y="214262"/>
                    <a:pt x="37427" y="222275"/>
                    <a:pt x="43853" y="228600"/>
                  </a:cubicBezTo>
                  <a:cubicBezTo>
                    <a:pt x="50292" y="234925"/>
                    <a:pt x="58255" y="238201"/>
                    <a:pt x="67729" y="238417"/>
                  </a:cubicBezTo>
                  <a:lnTo>
                    <a:pt x="237071" y="238417"/>
                  </a:lnTo>
                  <a:cubicBezTo>
                    <a:pt x="246545" y="238201"/>
                    <a:pt x="254508" y="234925"/>
                    <a:pt x="260947" y="228600"/>
                  </a:cubicBezTo>
                  <a:cubicBezTo>
                    <a:pt x="267373" y="222275"/>
                    <a:pt x="270713" y="214262"/>
                    <a:pt x="270929" y="204559"/>
                  </a:cubicBezTo>
                  <a:lnTo>
                    <a:pt x="270929" y="109055"/>
                  </a:lnTo>
                  <a:cubicBezTo>
                    <a:pt x="270713" y="99339"/>
                    <a:pt x="267373" y="91326"/>
                    <a:pt x="260947" y="85001"/>
                  </a:cubicBezTo>
                  <a:cubicBezTo>
                    <a:pt x="254508" y="78689"/>
                    <a:pt x="246545" y="75413"/>
                    <a:pt x="237071" y="75184"/>
                  </a:cubicBezTo>
                  <a:close/>
                  <a:moveTo>
                    <a:pt x="101600" y="124295"/>
                  </a:moveTo>
                  <a:cubicBezTo>
                    <a:pt x="106337" y="124295"/>
                    <a:pt x="110287" y="125870"/>
                    <a:pt x="113449" y="129032"/>
                  </a:cubicBezTo>
                  <a:cubicBezTo>
                    <a:pt x="116624" y="132194"/>
                    <a:pt x="118313" y="136258"/>
                    <a:pt x="118529" y="141224"/>
                  </a:cubicBezTo>
                  <a:lnTo>
                    <a:pt x="118529" y="156121"/>
                  </a:lnTo>
                  <a:cubicBezTo>
                    <a:pt x="118313" y="161087"/>
                    <a:pt x="116624" y="165151"/>
                    <a:pt x="113449" y="168313"/>
                  </a:cubicBezTo>
                  <a:cubicBezTo>
                    <a:pt x="110287" y="171488"/>
                    <a:pt x="106337" y="173063"/>
                    <a:pt x="101600" y="173063"/>
                  </a:cubicBezTo>
                  <a:cubicBezTo>
                    <a:pt x="96863" y="173063"/>
                    <a:pt x="92913" y="171475"/>
                    <a:pt x="89751" y="168313"/>
                  </a:cubicBezTo>
                  <a:cubicBezTo>
                    <a:pt x="86576" y="165151"/>
                    <a:pt x="84887" y="161087"/>
                    <a:pt x="84671" y="156121"/>
                  </a:cubicBezTo>
                  <a:lnTo>
                    <a:pt x="84671" y="141224"/>
                  </a:lnTo>
                  <a:cubicBezTo>
                    <a:pt x="84671" y="136487"/>
                    <a:pt x="86309" y="132474"/>
                    <a:pt x="89573" y="129197"/>
                  </a:cubicBezTo>
                  <a:cubicBezTo>
                    <a:pt x="92850" y="125933"/>
                    <a:pt x="96863" y="124295"/>
                    <a:pt x="101600" y="124295"/>
                  </a:cubicBezTo>
                  <a:close/>
                  <a:moveTo>
                    <a:pt x="203200" y="124295"/>
                  </a:moveTo>
                  <a:cubicBezTo>
                    <a:pt x="207937" y="124295"/>
                    <a:pt x="211887" y="125870"/>
                    <a:pt x="215049" y="129032"/>
                  </a:cubicBezTo>
                  <a:cubicBezTo>
                    <a:pt x="218224" y="132194"/>
                    <a:pt x="219913" y="136258"/>
                    <a:pt x="220129" y="141224"/>
                  </a:cubicBezTo>
                  <a:lnTo>
                    <a:pt x="220129" y="156121"/>
                  </a:lnTo>
                  <a:cubicBezTo>
                    <a:pt x="219913" y="161087"/>
                    <a:pt x="218224" y="165151"/>
                    <a:pt x="215049" y="168313"/>
                  </a:cubicBezTo>
                  <a:cubicBezTo>
                    <a:pt x="211887" y="171488"/>
                    <a:pt x="207937" y="173063"/>
                    <a:pt x="203200" y="173063"/>
                  </a:cubicBezTo>
                  <a:cubicBezTo>
                    <a:pt x="198463" y="173063"/>
                    <a:pt x="194513" y="171475"/>
                    <a:pt x="191351" y="168313"/>
                  </a:cubicBezTo>
                  <a:cubicBezTo>
                    <a:pt x="188176" y="165151"/>
                    <a:pt x="186487" y="161087"/>
                    <a:pt x="186271" y="156121"/>
                  </a:cubicBezTo>
                  <a:lnTo>
                    <a:pt x="186271" y="141224"/>
                  </a:lnTo>
                  <a:cubicBezTo>
                    <a:pt x="186487" y="136258"/>
                    <a:pt x="188176" y="132194"/>
                    <a:pt x="191351" y="129032"/>
                  </a:cubicBezTo>
                  <a:cubicBezTo>
                    <a:pt x="194513" y="125870"/>
                    <a:pt x="198463" y="124295"/>
                    <a:pt x="203200" y="124295"/>
                  </a:cubicBez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563100" y="4385272"/>
              <a:ext cx="304800" cy="298425"/>
            </a:xfrm>
            <a:custGeom>
              <a:avLst/>
              <a:gdLst/>
              <a:ahLst/>
              <a:cxnLst/>
              <a:rect l="l" t="t" r="r" b="b"/>
              <a:pathLst>
                <a:path w="304800" h="298425">
                  <a:moveTo>
                    <a:pt x="152400" y="0"/>
                  </a:moveTo>
                  <a:cubicBezTo>
                    <a:pt x="68199" y="0"/>
                    <a:pt x="0" y="68237"/>
                    <a:pt x="0" y="152400"/>
                  </a:cubicBezTo>
                  <a:cubicBezTo>
                    <a:pt x="0" y="219748"/>
                    <a:pt x="43663" y="276860"/>
                    <a:pt x="104204" y="296990"/>
                  </a:cubicBezTo>
                  <a:cubicBezTo>
                    <a:pt x="111824" y="298425"/>
                    <a:pt x="114617" y="293713"/>
                    <a:pt x="114617" y="289662"/>
                  </a:cubicBezTo>
                  <a:cubicBezTo>
                    <a:pt x="114617" y="286042"/>
                    <a:pt x="114490" y="276454"/>
                    <a:pt x="114427" y="263754"/>
                  </a:cubicBezTo>
                  <a:cubicBezTo>
                    <a:pt x="72034" y="272948"/>
                    <a:pt x="63094" y="243307"/>
                    <a:pt x="63094" y="243307"/>
                  </a:cubicBezTo>
                  <a:cubicBezTo>
                    <a:pt x="56159" y="225717"/>
                    <a:pt x="46139" y="221018"/>
                    <a:pt x="46139" y="221018"/>
                  </a:cubicBezTo>
                  <a:cubicBezTo>
                    <a:pt x="32334" y="211569"/>
                    <a:pt x="47206" y="211760"/>
                    <a:pt x="47206" y="211760"/>
                  </a:cubicBezTo>
                  <a:cubicBezTo>
                    <a:pt x="62509" y="212827"/>
                    <a:pt x="70548" y="227457"/>
                    <a:pt x="70548" y="227457"/>
                  </a:cubicBezTo>
                  <a:cubicBezTo>
                    <a:pt x="84138" y="250761"/>
                    <a:pt x="106223" y="244031"/>
                    <a:pt x="114935" y="240132"/>
                  </a:cubicBezTo>
                  <a:cubicBezTo>
                    <a:pt x="116307" y="230276"/>
                    <a:pt x="120231" y="223558"/>
                    <a:pt x="124587" y="219748"/>
                  </a:cubicBezTo>
                  <a:cubicBezTo>
                    <a:pt x="90741" y="215938"/>
                    <a:pt x="55169" y="202832"/>
                    <a:pt x="55169" y="144437"/>
                  </a:cubicBezTo>
                  <a:cubicBezTo>
                    <a:pt x="55169" y="127800"/>
                    <a:pt x="61074" y="114211"/>
                    <a:pt x="70853" y="103543"/>
                  </a:cubicBezTo>
                  <a:cubicBezTo>
                    <a:pt x="69139" y="99695"/>
                    <a:pt x="63995" y="84201"/>
                    <a:pt x="72187" y="63208"/>
                  </a:cubicBezTo>
                  <a:cubicBezTo>
                    <a:pt x="72187" y="63208"/>
                    <a:pt x="84950" y="59118"/>
                    <a:pt x="114097" y="78829"/>
                  </a:cubicBezTo>
                  <a:cubicBezTo>
                    <a:pt x="126289" y="75438"/>
                    <a:pt x="139243" y="73762"/>
                    <a:pt x="152197" y="73685"/>
                  </a:cubicBezTo>
                  <a:cubicBezTo>
                    <a:pt x="165151" y="73762"/>
                    <a:pt x="178105" y="75438"/>
                    <a:pt x="190297" y="78829"/>
                  </a:cubicBezTo>
                  <a:cubicBezTo>
                    <a:pt x="219253" y="59118"/>
                    <a:pt x="232016" y="63208"/>
                    <a:pt x="232016" y="63208"/>
                  </a:cubicBezTo>
                  <a:cubicBezTo>
                    <a:pt x="240208" y="84201"/>
                    <a:pt x="235064" y="99695"/>
                    <a:pt x="233540" y="103543"/>
                  </a:cubicBezTo>
                  <a:cubicBezTo>
                    <a:pt x="243256" y="114211"/>
                    <a:pt x="249161" y="127800"/>
                    <a:pt x="249161" y="144437"/>
                  </a:cubicBezTo>
                  <a:cubicBezTo>
                    <a:pt x="249161" y="202984"/>
                    <a:pt x="213538" y="215875"/>
                    <a:pt x="179629" y="219621"/>
                  </a:cubicBezTo>
                  <a:cubicBezTo>
                    <a:pt x="184963" y="224193"/>
                    <a:pt x="189916" y="233540"/>
                    <a:pt x="189916" y="247815"/>
                  </a:cubicBezTo>
                  <a:cubicBezTo>
                    <a:pt x="189916" y="268211"/>
                    <a:pt x="189725" y="284594"/>
                    <a:pt x="189725" y="289547"/>
                  </a:cubicBezTo>
                  <a:cubicBezTo>
                    <a:pt x="189725" y="293548"/>
                    <a:pt x="192392" y="298310"/>
                    <a:pt x="200203" y="296786"/>
                  </a:cubicBezTo>
                  <a:cubicBezTo>
                    <a:pt x="261176" y="276796"/>
                    <a:pt x="304800" y="219647"/>
                    <a:pt x="304800" y="152400"/>
                  </a:cubicBezTo>
                  <a:cubicBezTo>
                    <a:pt x="304800" y="68237"/>
                    <a:pt x="236563" y="0"/>
                    <a:pt x="152400" y="0"/>
                  </a:cubicBezTo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077450" y="4410075"/>
              <a:ext cx="190500" cy="248227"/>
              <a:chOff x="10077450" y="4410075"/>
              <a:chExt cx="190500" cy="24822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125075" y="44196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133350" y="9525"/>
                    </a:moveTo>
                    <a:lnTo>
                      <a:pt x="133350" y="190500"/>
                    </a:lnTo>
                    <a:lnTo>
                      <a:pt x="95250" y="163294"/>
                    </a:lnTo>
                    <a:lnTo>
                      <a:pt x="95250" y="47625"/>
                    </a:lnTo>
                    <a:cubicBezTo>
                      <a:pt x="95250" y="42364"/>
                      <a:pt x="90986" y="38100"/>
                      <a:pt x="85725" y="38100"/>
                    </a:cubicBezTo>
                    <a:lnTo>
                      <a:pt x="0" y="3810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close/>
                  </a:path>
                </a:pathLst>
              </a:custGeom>
              <a:solidFill>
                <a:srgbClr val="A89F9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077450" y="4410075"/>
                <a:ext cx="190500" cy="248227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48227">
                    <a:moveTo>
                      <a:pt x="171450" y="0"/>
                    </a:moveTo>
                    <a:lnTo>
                      <a:pt x="57150" y="0"/>
                    </a:lnTo>
                    <a:cubicBezTo>
                      <a:pt x="46629" y="0"/>
                      <a:pt x="38100" y="8529"/>
                      <a:pt x="38100" y="19050"/>
                    </a:cubicBezTo>
                    <a:lnTo>
                      <a:pt x="38100" y="38100"/>
                    </a:lnTo>
                    <a:lnTo>
                      <a:pt x="19050" y="38100"/>
                    </a:lnTo>
                    <a:cubicBezTo>
                      <a:pt x="8529" y="38100"/>
                      <a:pt x="0" y="46629"/>
                      <a:pt x="0" y="57150"/>
                    </a:cubicBezTo>
                    <a:lnTo>
                      <a:pt x="0" y="238125"/>
                    </a:lnTo>
                    <a:cubicBezTo>
                      <a:pt x="0" y="241693"/>
                      <a:pt x="1994" y="244962"/>
                      <a:pt x="5167" y="246595"/>
                    </a:cubicBezTo>
                    <a:cubicBezTo>
                      <a:pt x="8339" y="248227"/>
                      <a:pt x="12158" y="247950"/>
                      <a:pt x="15061" y="245876"/>
                    </a:cubicBezTo>
                    <a:lnTo>
                      <a:pt x="76200" y="202204"/>
                    </a:lnTo>
                    <a:lnTo>
                      <a:pt x="137351" y="245876"/>
                    </a:lnTo>
                    <a:cubicBezTo>
                      <a:pt x="140254" y="247943"/>
                      <a:pt x="144068" y="248216"/>
                      <a:pt x="147236" y="246585"/>
                    </a:cubicBezTo>
                    <a:cubicBezTo>
                      <a:pt x="150405" y="244953"/>
                      <a:pt x="152397" y="241689"/>
                      <a:pt x="152400" y="238125"/>
                    </a:cubicBezTo>
                    <a:lnTo>
                      <a:pt x="152400" y="191322"/>
                    </a:lnTo>
                    <a:lnTo>
                      <a:pt x="175439" y="207776"/>
                    </a:lnTo>
                    <a:cubicBezTo>
                      <a:pt x="178342" y="209850"/>
                      <a:pt x="182161" y="210127"/>
                      <a:pt x="185334" y="208495"/>
                    </a:cubicBezTo>
                    <a:cubicBezTo>
                      <a:pt x="188506" y="206862"/>
                      <a:pt x="190500" y="203593"/>
                      <a:pt x="190500" y="200025"/>
                    </a:cubicBezTo>
                    <a:lnTo>
                      <a:pt x="190500" y="19050"/>
                    </a:lnTo>
                    <a:cubicBezTo>
                      <a:pt x="190500" y="8529"/>
                      <a:pt x="181971" y="0"/>
                      <a:pt x="171450" y="0"/>
                    </a:cubicBezTo>
                    <a:close/>
                    <a:moveTo>
                      <a:pt x="133350" y="219623"/>
                    </a:moveTo>
                    <a:lnTo>
                      <a:pt x="81725" y="182713"/>
                    </a:lnTo>
                    <a:cubicBezTo>
                      <a:pt x="78413" y="180348"/>
                      <a:pt x="73964" y="180348"/>
                      <a:pt x="70652" y="182713"/>
                    </a:cubicBezTo>
                    <a:lnTo>
                      <a:pt x="19050" y="219611"/>
                    </a:lnTo>
                    <a:lnTo>
                      <a:pt x="19050" y="57150"/>
                    </a:lnTo>
                    <a:lnTo>
                      <a:pt x="133350" y="57150"/>
                    </a:lnTo>
                    <a:close/>
                    <a:moveTo>
                      <a:pt x="171450" y="181523"/>
                    </a:moveTo>
                    <a:lnTo>
                      <a:pt x="152400" y="167878"/>
                    </a:lnTo>
                    <a:lnTo>
                      <a:pt x="152400" y="57150"/>
                    </a:lnTo>
                    <a:cubicBezTo>
                      <a:pt x="152400" y="46629"/>
                      <a:pt x="143871" y="38100"/>
                      <a:pt x="133350" y="38100"/>
                    </a:cubicBezTo>
                    <a:lnTo>
                      <a:pt x="57150" y="38100"/>
                    </a:lnTo>
                    <a:lnTo>
                      <a:pt x="57150" y="19050"/>
                    </a:lnTo>
                    <a:lnTo>
                      <a:pt x="171450" y="19050"/>
                    </a:lnTo>
                    <a:close/>
                  </a:path>
                </a:pathLst>
              </a:custGeom>
              <a:solidFill>
                <a:srgbClr val="A89F94"/>
              </a:solidFill>
              <a:ln>
                <a:noFill/>
              </a:ln>
            </p:spPr>
          </p:sp>
        </p:grpSp>
        <p:sp>
          <p:nvSpPr>
            <p:cNvPr id="27" name="Freeform 27"/>
            <p:cNvSpPr/>
            <p:nvPr/>
          </p:nvSpPr>
          <p:spPr>
            <a:xfrm>
              <a:off x="10480777" y="4381500"/>
              <a:ext cx="298247" cy="304800"/>
            </a:xfrm>
            <a:custGeom>
              <a:avLst/>
              <a:gdLst/>
              <a:ahLst/>
              <a:cxnLst/>
              <a:rect l="l" t="t" r="r" b="b"/>
              <a:pathLst>
                <a:path w="298247" h="304800">
                  <a:moveTo>
                    <a:pt x="177495" y="129057"/>
                  </a:moveTo>
                  <a:lnTo>
                    <a:pt x="288531" y="0"/>
                  </a:lnTo>
                  <a:lnTo>
                    <a:pt x="262217" y="0"/>
                  </a:lnTo>
                  <a:lnTo>
                    <a:pt x="165811" y="112065"/>
                  </a:lnTo>
                  <a:lnTo>
                    <a:pt x="88811" y="0"/>
                  </a:lnTo>
                  <a:lnTo>
                    <a:pt x="0" y="0"/>
                  </a:lnTo>
                  <a:lnTo>
                    <a:pt x="116434" y="169456"/>
                  </a:lnTo>
                  <a:lnTo>
                    <a:pt x="0" y="304800"/>
                  </a:lnTo>
                  <a:lnTo>
                    <a:pt x="26314" y="304800"/>
                  </a:lnTo>
                  <a:lnTo>
                    <a:pt x="128118" y="186461"/>
                  </a:lnTo>
                  <a:lnTo>
                    <a:pt x="209436" y="304800"/>
                  </a:lnTo>
                  <a:lnTo>
                    <a:pt x="298247" y="304800"/>
                  </a:lnTo>
                  <a:close/>
                  <a:moveTo>
                    <a:pt x="141465" y="170955"/>
                  </a:moveTo>
                  <a:lnTo>
                    <a:pt x="129667" y="154076"/>
                  </a:lnTo>
                  <a:lnTo>
                    <a:pt x="35789" y="19812"/>
                  </a:lnTo>
                  <a:lnTo>
                    <a:pt x="76200" y="19812"/>
                  </a:lnTo>
                  <a:lnTo>
                    <a:pt x="151956" y="128168"/>
                  </a:lnTo>
                  <a:lnTo>
                    <a:pt x="163754" y="145047"/>
                  </a:lnTo>
                  <a:lnTo>
                    <a:pt x="262230" y="285890"/>
                  </a:lnTo>
                  <a:lnTo>
                    <a:pt x="221818" y="285890"/>
                  </a:ln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934700" y="4358373"/>
              <a:ext cx="304800" cy="327927"/>
            </a:xfrm>
            <a:custGeom>
              <a:avLst/>
              <a:gdLst/>
              <a:ahLst/>
              <a:cxnLst/>
              <a:rect l="l" t="t" r="r" b="b"/>
              <a:pathLst>
                <a:path w="304800" h="327927">
                  <a:moveTo>
                    <a:pt x="72657" y="23127"/>
                  </a:moveTo>
                  <a:cubicBezTo>
                    <a:pt x="28588" y="23127"/>
                    <a:pt x="0" y="51702"/>
                    <a:pt x="0" y="95758"/>
                  </a:cubicBezTo>
                  <a:lnTo>
                    <a:pt x="0" y="255283"/>
                  </a:lnTo>
                  <a:cubicBezTo>
                    <a:pt x="0" y="299364"/>
                    <a:pt x="28600" y="327927"/>
                    <a:pt x="72657" y="327927"/>
                  </a:cubicBezTo>
                  <a:lnTo>
                    <a:pt x="232169" y="327927"/>
                  </a:lnTo>
                  <a:cubicBezTo>
                    <a:pt x="276238" y="327927"/>
                    <a:pt x="304800" y="299352"/>
                    <a:pt x="304800" y="255295"/>
                  </a:cubicBezTo>
                  <a:lnTo>
                    <a:pt x="304800" y="95771"/>
                  </a:lnTo>
                  <a:cubicBezTo>
                    <a:pt x="304800" y="51689"/>
                    <a:pt x="276225" y="23127"/>
                    <a:pt x="232169" y="23127"/>
                  </a:cubicBezTo>
                  <a:close/>
                  <a:moveTo>
                    <a:pt x="97600" y="74917"/>
                  </a:moveTo>
                  <a:cubicBezTo>
                    <a:pt x="94158" y="84188"/>
                    <a:pt x="91249" y="93129"/>
                    <a:pt x="88963" y="101714"/>
                  </a:cubicBezTo>
                  <a:lnTo>
                    <a:pt x="147218" y="101714"/>
                  </a:lnTo>
                  <a:cubicBezTo>
                    <a:pt x="154140" y="101638"/>
                    <a:pt x="152870" y="116548"/>
                    <a:pt x="152870" y="116586"/>
                  </a:cubicBezTo>
                  <a:lnTo>
                    <a:pt x="119177" y="116586"/>
                  </a:lnTo>
                  <a:lnTo>
                    <a:pt x="153619" y="116586"/>
                  </a:lnTo>
                  <a:cubicBezTo>
                    <a:pt x="158547" y="116878"/>
                    <a:pt x="158610" y="132474"/>
                    <a:pt x="158610" y="132664"/>
                  </a:cubicBezTo>
                  <a:lnTo>
                    <a:pt x="116624" y="132664"/>
                  </a:lnTo>
                  <a:lnTo>
                    <a:pt x="126238" y="124993"/>
                  </a:lnTo>
                  <a:cubicBezTo>
                    <a:pt x="131978" y="130785"/>
                    <a:pt x="145440" y="146736"/>
                    <a:pt x="150444" y="152641"/>
                  </a:cubicBezTo>
                  <a:cubicBezTo>
                    <a:pt x="156451" y="161290"/>
                    <a:pt x="151244" y="179070"/>
                    <a:pt x="151244" y="179070"/>
                  </a:cubicBezTo>
                  <a:lnTo>
                    <a:pt x="115761" y="136119"/>
                  </a:lnTo>
                  <a:cubicBezTo>
                    <a:pt x="107467" y="168097"/>
                    <a:pt x="92329" y="181928"/>
                    <a:pt x="92329" y="181928"/>
                  </a:cubicBezTo>
                  <a:cubicBezTo>
                    <a:pt x="85687" y="187871"/>
                    <a:pt x="72263" y="192341"/>
                    <a:pt x="58801" y="188481"/>
                  </a:cubicBezTo>
                  <a:cubicBezTo>
                    <a:pt x="86970" y="166510"/>
                    <a:pt x="102489" y="138735"/>
                    <a:pt x="105372" y="105969"/>
                  </a:cubicBezTo>
                  <a:lnTo>
                    <a:pt x="57036" y="105969"/>
                  </a:lnTo>
                  <a:cubicBezTo>
                    <a:pt x="57036" y="105778"/>
                    <a:pt x="59538" y="90183"/>
                    <a:pt x="67272" y="89891"/>
                  </a:cubicBezTo>
                  <a:lnTo>
                    <a:pt x="101689" y="89891"/>
                  </a:lnTo>
                  <a:cubicBezTo>
                    <a:pt x="101994" y="85827"/>
                    <a:pt x="102781" y="48565"/>
                    <a:pt x="102781" y="41669"/>
                  </a:cubicBezTo>
                  <a:lnTo>
                    <a:pt x="83795" y="41669"/>
                  </a:lnTo>
                  <a:cubicBezTo>
                    <a:pt x="82067" y="46825"/>
                    <a:pt x="81788" y="47346"/>
                    <a:pt x="80391" y="51232"/>
                  </a:cubicBezTo>
                  <a:cubicBezTo>
                    <a:pt x="72847" y="65138"/>
                    <a:pt x="60033" y="65481"/>
                    <a:pt x="56172" y="65900"/>
                  </a:cubicBezTo>
                  <a:cubicBezTo>
                    <a:pt x="67678" y="42774"/>
                    <a:pt x="74155" y="20180"/>
                    <a:pt x="76378" y="14288"/>
                  </a:cubicBezTo>
                  <a:cubicBezTo>
                    <a:pt x="81775" y="13"/>
                    <a:pt x="97600" y="0"/>
                    <a:pt x="97600" y="0"/>
                  </a:cubicBezTo>
                  <a:close/>
                  <a:moveTo>
                    <a:pt x="166091" y="99327"/>
                  </a:moveTo>
                  <a:lnTo>
                    <a:pt x="247079" y="99327"/>
                  </a:lnTo>
                  <a:lnTo>
                    <a:pt x="247079" y="243218"/>
                  </a:lnTo>
                  <a:lnTo>
                    <a:pt x="214401" y="243218"/>
                  </a:lnTo>
                  <a:lnTo>
                    <a:pt x="186665" y="260655"/>
                  </a:lnTo>
                  <a:lnTo>
                    <a:pt x="181572" y="243218"/>
                  </a:lnTo>
                  <a:lnTo>
                    <a:pt x="166091" y="243218"/>
                  </a:lnTo>
                  <a:close/>
                  <a:moveTo>
                    <a:pt x="182766" y="114808"/>
                  </a:moveTo>
                  <a:lnTo>
                    <a:pt x="182766" y="227330"/>
                  </a:lnTo>
                  <a:lnTo>
                    <a:pt x="190678" y="227330"/>
                  </a:lnTo>
                  <a:lnTo>
                    <a:pt x="194018" y="239230"/>
                  </a:lnTo>
                  <a:lnTo>
                    <a:pt x="212496" y="227317"/>
                  </a:lnTo>
                  <a:lnTo>
                    <a:pt x="230988" y="227317"/>
                  </a:lnTo>
                  <a:lnTo>
                    <a:pt x="230988" y="114795"/>
                  </a:ln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1277600" y="4426522"/>
              <a:ext cx="304800" cy="214757"/>
            </a:xfrm>
            <a:custGeom>
              <a:avLst/>
              <a:gdLst/>
              <a:ahLst/>
              <a:cxnLst/>
              <a:rect l="l" t="t" r="r" b="b"/>
              <a:pathLst>
                <a:path w="304800" h="214757">
                  <a:moveTo>
                    <a:pt x="298425" y="33541"/>
                  </a:moveTo>
                  <a:cubicBezTo>
                    <a:pt x="294920" y="20340"/>
                    <a:pt x="284652" y="10005"/>
                    <a:pt x="271475" y="6413"/>
                  </a:cubicBezTo>
                  <a:cubicBezTo>
                    <a:pt x="247713" y="0"/>
                    <a:pt x="152400" y="0"/>
                    <a:pt x="152400" y="0"/>
                  </a:cubicBezTo>
                  <a:cubicBezTo>
                    <a:pt x="152400" y="0"/>
                    <a:pt x="57087" y="0"/>
                    <a:pt x="33312" y="6413"/>
                  </a:cubicBezTo>
                  <a:cubicBezTo>
                    <a:pt x="20141" y="10011"/>
                    <a:pt x="9880" y="20345"/>
                    <a:pt x="6375" y="33541"/>
                  </a:cubicBezTo>
                  <a:cubicBezTo>
                    <a:pt x="0" y="57467"/>
                    <a:pt x="0" y="107378"/>
                    <a:pt x="0" y="107378"/>
                  </a:cubicBezTo>
                  <a:cubicBezTo>
                    <a:pt x="0" y="107378"/>
                    <a:pt x="0" y="157289"/>
                    <a:pt x="6375" y="181216"/>
                  </a:cubicBezTo>
                  <a:cubicBezTo>
                    <a:pt x="9880" y="194417"/>
                    <a:pt x="20148" y="204752"/>
                    <a:pt x="33325" y="208344"/>
                  </a:cubicBezTo>
                  <a:cubicBezTo>
                    <a:pt x="57087" y="214757"/>
                    <a:pt x="152400" y="214757"/>
                    <a:pt x="152400" y="214757"/>
                  </a:cubicBezTo>
                  <a:cubicBezTo>
                    <a:pt x="152400" y="214757"/>
                    <a:pt x="247713" y="214757"/>
                    <a:pt x="271488" y="208344"/>
                  </a:cubicBezTo>
                  <a:cubicBezTo>
                    <a:pt x="284666" y="204755"/>
                    <a:pt x="294935" y="194418"/>
                    <a:pt x="298437" y="181216"/>
                  </a:cubicBezTo>
                  <a:cubicBezTo>
                    <a:pt x="304800" y="157289"/>
                    <a:pt x="304800" y="107378"/>
                    <a:pt x="304800" y="107378"/>
                  </a:cubicBezTo>
                  <a:cubicBezTo>
                    <a:pt x="304800" y="107378"/>
                    <a:pt x="304800" y="57467"/>
                    <a:pt x="298425" y="33541"/>
                  </a:cubicBezTo>
                  <a:close/>
                  <a:moveTo>
                    <a:pt x="121222" y="152692"/>
                  </a:moveTo>
                  <a:lnTo>
                    <a:pt x="121222" y="62065"/>
                  </a:lnTo>
                  <a:lnTo>
                    <a:pt x="200889" y="107378"/>
                  </a:lnTo>
                  <a:lnTo>
                    <a:pt x="121222" y="152692"/>
                  </a:ln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809970" y="4877752"/>
              <a:ext cx="785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A89F94"/>
                  </a:solidFill>
                  <a:latin typeface="Arial"/>
                  <a:ea typeface="Microsoft YaHei"/>
                  <a:cs typeface="Arial"/>
                </a:rPr>
                <a:t>BUILT WITH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9563054" y="5181588"/>
              <a:ext cx="304846" cy="304812"/>
            </a:xfrm>
            <a:custGeom>
              <a:avLst/>
              <a:gdLst/>
              <a:ahLst/>
              <a:cxnLst/>
              <a:rect l="l" t="t" r="r" b="b"/>
              <a:pathLst>
                <a:path w="304846" h="304812">
                  <a:moveTo>
                    <a:pt x="152446" y="12"/>
                  </a:moveTo>
                  <a:cubicBezTo>
                    <a:pt x="104313" y="12"/>
                    <a:pt x="61400" y="22326"/>
                    <a:pt x="33473" y="57175"/>
                  </a:cubicBezTo>
                  <a:lnTo>
                    <a:pt x="83676" y="144144"/>
                  </a:lnTo>
                  <a:cubicBezTo>
                    <a:pt x="87854" y="109333"/>
                    <a:pt x="117385" y="83134"/>
                    <a:pt x="152446" y="83134"/>
                  </a:cubicBezTo>
                  <a:lnTo>
                    <a:pt x="288222" y="83134"/>
                  </a:lnTo>
                  <a:cubicBezTo>
                    <a:pt x="262182" y="32111"/>
                    <a:pt x="209730" y="0"/>
                    <a:pt x="152446" y="12"/>
                  </a:cubicBezTo>
                  <a:close/>
                  <a:moveTo>
                    <a:pt x="24570" y="69481"/>
                  </a:moveTo>
                  <a:cubicBezTo>
                    <a:pt x="8521" y="94159"/>
                    <a:pt x="0" y="122974"/>
                    <a:pt x="46" y="152412"/>
                  </a:cubicBezTo>
                  <a:cubicBezTo>
                    <a:pt x="46" y="228765"/>
                    <a:pt x="56180" y="291998"/>
                    <a:pt x="129447" y="303085"/>
                  </a:cubicBezTo>
                  <a:lnTo>
                    <a:pt x="179650" y="216128"/>
                  </a:lnTo>
                  <a:cubicBezTo>
                    <a:pt x="147416" y="229912"/>
                    <a:pt x="109967" y="217420"/>
                    <a:pt x="92464" y="187045"/>
                  </a:cubicBezTo>
                  <a:close/>
                  <a:moveTo>
                    <a:pt x="194014" y="96989"/>
                  </a:moveTo>
                  <a:cubicBezTo>
                    <a:pt x="222089" y="117996"/>
                    <a:pt x="230003" y="156689"/>
                    <a:pt x="212429" y="187032"/>
                  </a:cubicBezTo>
                  <a:lnTo>
                    <a:pt x="212454" y="187045"/>
                  </a:lnTo>
                  <a:lnTo>
                    <a:pt x="212429" y="187045"/>
                  </a:lnTo>
                  <a:lnTo>
                    <a:pt x="144560" y="304609"/>
                  </a:lnTo>
                  <a:cubicBezTo>
                    <a:pt x="147176" y="304736"/>
                    <a:pt x="149805" y="304812"/>
                    <a:pt x="152446" y="304812"/>
                  </a:cubicBezTo>
                  <a:cubicBezTo>
                    <a:pt x="236609" y="304812"/>
                    <a:pt x="304846" y="236575"/>
                    <a:pt x="304846" y="152412"/>
                  </a:cubicBezTo>
                  <a:cubicBezTo>
                    <a:pt x="304846" y="132854"/>
                    <a:pt x="301163" y="114172"/>
                    <a:pt x="294458" y="96989"/>
                  </a:cubicBezTo>
                  <a:close/>
                  <a:moveTo>
                    <a:pt x="152446" y="207835"/>
                  </a:moveTo>
                  <a:cubicBezTo>
                    <a:pt x="121837" y="207835"/>
                    <a:pt x="97024" y="183021"/>
                    <a:pt x="97024" y="152412"/>
                  </a:cubicBezTo>
                  <a:cubicBezTo>
                    <a:pt x="97024" y="121803"/>
                    <a:pt x="121837" y="96989"/>
                    <a:pt x="152446" y="96989"/>
                  </a:cubicBezTo>
                  <a:cubicBezTo>
                    <a:pt x="183056" y="96989"/>
                    <a:pt x="207869" y="121803"/>
                    <a:pt x="207869" y="152412"/>
                  </a:cubicBezTo>
                  <a:cubicBezTo>
                    <a:pt x="207869" y="183021"/>
                    <a:pt x="183056" y="207835"/>
                    <a:pt x="152446" y="207835"/>
                  </a:cubicBez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020300" y="5198288"/>
              <a:ext cx="304800" cy="271462"/>
            </a:xfrm>
            <a:custGeom>
              <a:avLst/>
              <a:gdLst/>
              <a:ahLst/>
              <a:cxnLst/>
              <a:rect l="l" t="t" r="r" b="b"/>
              <a:pathLst>
                <a:path w="304800" h="271462">
                  <a:moveTo>
                    <a:pt x="180721" y="135763"/>
                  </a:moveTo>
                  <a:cubicBezTo>
                    <a:pt x="180721" y="151441"/>
                    <a:pt x="168015" y="164153"/>
                    <a:pt x="152336" y="164160"/>
                  </a:cubicBezTo>
                  <a:cubicBezTo>
                    <a:pt x="144805" y="164160"/>
                    <a:pt x="137582" y="161168"/>
                    <a:pt x="132257" y="155843"/>
                  </a:cubicBezTo>
                  <a:cubicBezTo>
                    <a:pt x="126931" y="150517"/>
                    <a:pt x="123939" y="143294"/>
                    <a:pt x="123939" y="135763"/>
                  </a:cubicBezTo>
                  <a:cubicBezTo>
                    <a:pt x="123939" y="120085"/>
                    <a:pt x="136645" y="107373"/>
                    <a:pt x="152324" y="107366"/>
                  </a:cubicBezTo>
                  <a:cubicBezTo>
                    <a:pt x="159855" y="107366"/>
                    <a:pt x="167078" y="110358"/>
                    <a:pt x="172404" y="115683"/>
                  </a:cubicBezTo>
                  <a:cubicBezTo>
                    <a:pt x="177729" y="121009"/>
                    <a:pt x="180721" y="128232"/>
                    <a:pt x="180721" y="135763"/>
                  </a:cubicBezTo>
                  <a:close/>
                  <a:moveTo>
                    <a:pt x="214351" y="0"/>
                  </a:moveTo>
                  <a:cubicBezTo>
                    <a:pt x="197256" y="0"/>
                    <a:pt x="174892" y="12192"/>
                    <a:pt x="152273" y="33299"/>
                  </a:cubicBezTo>
                  <a:cubicBezTo>
                    <a:pt x="129667" y="12306"/>
                    <a:pt x="107290" y="254"/>
                    <a:pt x="90208" y="254"/>
                  </a:cubicBezTo>
                  <a:cubicBezTo>
                    <a:pt x="85001" y="254"/>
                    <a:pt x="80264" y="1435"/>
                    <a:pt x="76162" y="3785"/>
                  </a:cubicBezTo>
                  <a:cubicBezTo>
                    <a:pt x="58699" y="13856"/>
                    <a:pt x="54788" y="45237"/>
                    <a:pt x="63805" y="84620"/>
                  </a:cubicBezTo>
                  <a:cubicBezTo>
                    <a:pt x="25146" y="96558"/>
                    <a:pt x="0" y="115646"/>
                    <a:pt x="0" y="135763"/>
                  </a:cubicBezTo>
                  <a:cubicBezTo>
                    <a:pt x="0" y="155956"/>
                    <a:pt x="25273" y="175095"/>
                    <a:pt x="64046" y="186944"/>
                  </a:cubicBezTo>
                  <a:cubicBezTo>
                    <a:pt x="55105" y="226479"/>
                    <a:pt x="59093" y="257912"/>
                    <a:pt x="76594" y="267970"/>
                  </a:cubicBezTo>
                  <a:cubicBezTo>
                    <a:pt x="80658" y="270345"/>
                    <a:pt x="85357" y="271462"/>
                    <a:pt x="90589" y="271462"/>
                  </a:cubicBezTo>
                  <a:cubicBezTo>
                    <a:pt x="107671" y="271462"/>
                    <a:pt x="130048" y="259271"/>
                    <a:pt x="152667" y="238138"/>
                  </a:cubicBezTo>
                  <a:cubicBezTo>
                    <a:pt x="175273" y="259144"/>
                    <a:pt x="197650" y="271196"/>
                    <a:pt x="214732" y="271196"/>
                  </a:cubicBezTo>
                  <a:cubicBezTo>
                    <a:pt x="219939" y="271196"/>
                    <a:pt x="224676" y="270053"/>
                    <a:pt x="228778" y="267703"/>
                  </a:cubicBezTo>
                  <a:cubicBezTo>
                    <a:pt x="246228" y="257645"/>
                    <a:pt x="250152" y="226263"/>
                    <a:pt x="241135" y="186868"/>
                  </a:cubicBezTo>
                  <a:cubicBezTo>
                    <a:pt x="279654" y="175031"/>
                    <a:pt x="304800" y="155905"/>
                    <a:pt x="304800" y="135763"/>
                  </a:cubicBezTo>
                  <a:cubicBezTo>
                    <a:pt x="304800" y="115570"/>
                    <a:pt x="279527" y="96431"/>
                    <a:pt x="240754" y="84557"/>
                  </a:cubicBezTo>
                  <a:cubicBezTo>
                    <a:pt x="249695" y="45060"/>
                    <a:pt x="245707" y="13602"/>
                    <a:pt x="228206" y="3531"/>
                  </a:cubicBezTo>
                  <a:cubicBezTo>
                    <a:pt x="224168" y="1194"/>
                    <a:pt x="219469" y="13"/>
                    <a:pt x="214338" y="0"/>
                  </a:cubicBezTo>
                  <a:close/>
                  <a:moveTo>
                    <a:pt x="214287" y="13843"/>
                  </a:moveTo>
                  <a:lnTo>
                    <a:pt x="214287" y="13919"/>
                  </a:lnTo>
                  <a:cubicBezTo>
                    <a:pt x="217145" y="13919"/>
                    <a:pt x="219443" y="14478"/>
                    <a:pt x="221374" y="15532"/>
                  </a:cubicBezTo>
                  <a:cubicBezTo>
                    <a:pt x="229832" y="20384"/>
                    <a:pt x="233502" y="38837"/>
                    <a:pt x="230645" y="62573"/>
                  </a:cubicBezTo>
                  <a:cubicBezTo>
                    <a:pt x="229959" y="68415"/>
                    <a:pt x="228841" y="74574"/>
                    <a:pt x="227470" y="80861"/>
                  </a:cubicBezTo>
                  <a:cubicBezTo>
                    <a:pt x="215278" y="77864"/>
                    <a:pt x="201994" y="75565"/>
                    <a:pt x="188011" y="74079"/>
                  </a:cubicBezTo>
                  <a:cubicBezTo>
                    <a:pt x="179629" y="62586"/>
                    <a:pt x="170929" y="52146"/>
                    <a:pt x="162166" y="43002"/>
                  </a:cubicBezTo>
                  <a:cubicBezTo>
                    <a:pt x="182385" y="24206"/>
                    <a:pt x="201371" y="13894"/>
                    <a:pt x="214300" y="13856"/>
                  </a:cubicBezTo>
                  <a:close/>
                  <a:moveTo>
                    <a:pt x="90208" y="14097"/>
                  </a:moveTo>
                  <a:cubicBezTo>
                    <a:pt x="103060" y="14097"/>
                    <a:pt x="122136" y="24359"/>
                    <a:pt x="142405" y="43053"/>
                  </a:cubicBezTo>
                  <a:cubicBezTo>
                    <a:pt x="133693" y="52197"/>
                    <a:pt x="125006" y="62573"/>
                    <a:pt x="116751" y="74066"/>
                  </a:cubicBezTo>
                  <a:cubicBezTo>
                    <a:pt x="102692" y="75552"/>
                    <a:pt x="89395" y="77851"/>
                    <a:pt x="77216" y="80899"/>
                  </a:cubicBezTo>
                  <a:cubicBezTo>
                    <a:pt x="75794" y="74676"/>
                    <a:pt x="74739" y="68656"/>
                    <a:pt x="73990" y="62865"/>
                  </a:cubicBezTo>
                  <a:cubicBezTo>
                    <a:pt x="71069" y="39141"/>
                    <a:pt x="74676" y="20701"/>
                    <a:pt x="83058" y="15786"/>
                  </a:cubicBezTo>
                  <a:cubicBezTo>
                    <a:pt x="85471" y="14643"/>
                    <a:pt x="88138" y="14173"/>
                    <a:pt x="90208" y="14110"/>
                  </a:cubicBezTo>
                  <a:close/>
                  <a:moveTo>
                    <a:pt x="152210" y="52832"/>
                  </a:moveTo>
                  <a:cubicBezTo>
                    <a:pt x="157988" y="58776"/>
                    <a:pt x="163767" y="65430"/>
                    <a:pt x="169481" y="72695"/>
                  </a:cubicBezTo>
                  <a:cubicBezTo>
                    <a:pt x="163894" y="72441"/>
                    <a:pt x="158178" y="72263"/>
                    <a:pt x="152400" y="72263"/>
                  </a:cubicBezTo>
                  <a:cubicBezTo>
                    <a:pt x="146558" y="72263"/>
                    <a:pt x="140779" y="72390"/>
                    <a:pt x="135128" y="72695"/>
                  </a:cubicBezTo>
                  <a:cubicBezTo>
                    <a:pt x="140716" y="65430"/>
                    <a:pt x="146495" y="58776"/>
                    <a:pt x="152210" y="52819"/>
                  </a:cubicBezTo>
                  <a:close/>
                  <a:moveTo>
                    <a:pt x="152400" y="86182"/>
                  </a:moveTo>
                  <a:cubicBezTo>
                    <a:pt x="161798" y="86182"/>
                    <a:pt x="171158" y="86614"/>
                    <a:pt x="180365" y="87363"/>
                  </a:cubicBezTo>
                  <a:cubicBezTo>
                    <a:pt x="185522" y="94755"/>
                    <a:pt x="190551" y="102641"/>
                    <a:pt x="195389" y="110985"/>
                  </a:cubicBezTo>
                  <a:cubicBezTo>
                    <a:pt x="200114" y="119113"/>
                    <a:pt x="204407" y="127368"/>
                    <a:pt x="208318" y="135700"/>
                  </a:cubicBezTo>
                  <a:cubicBezTo>
                    <a:pt x="204407" y="144018"/>
                    <a:pt x="200114" y="152337"/>
                    <a:pt x="195453" y="160465"/>
                  </a:cubicBezTo>
                  <a:cubicBezTo>
                    <a:pt x="190627" y="168847"/>
                    <a:pt x="185636" y="176822"/>
                    <a:pt x="180467" y="184214"/>
                  </a:cubicBezTo>
                  <a:cubicBezTo>
                    <a:pt x="171221" y="185014"/>
                    <a:pt x="161849" y="185458"/>
                    <a:pt x="152400" y="185458"/>
                  </a:cubicBezTo>
                  <a:cubicBezTo>
                    <a:pt x="143002" y="185458"/>
                    <a:pt x="133642" y="185014"/>
                    <a:pt x="124435" y="184277"/>
                  </a:cubicBezTo>
                  <a:cubicBezTo>
                    <a:pt x="119278" y="176886"/>
                    <a:pt x="114249" y="168986"/>
                    <a:pt x="109411" y="160655"/>
                  </a:cubicBezTo>
                  <a:cubicBezTo>
                    <a:pt x="104686" y="152527"/>
                    <a:pt x="100393" y="144272"/>
                    <a:pt x="96482" y="135941"/>
                  </a:cubicBezTo>
                  <a:cubicBezTo>
                    <a:pt x="100330" y="127597"/>
                    <a:pt x="104686" y="119266"/>
                    <a:pt x="109347" y="111125"/>
                  </a:cubicBezTo>
                  <a:cubicBezTo>
                    <a:pt x="114173" y="102743"/>
                    <a:pt x="119164" y="94793"/>
                    <a:pt x="124333" y="87401"/>
                  </a:cubicBezTo>
                  <a:cubicBezTo>
                    <a:pt x="133579" y="86589"/>
                    <a:pt x="142951" y="86157"/>
                    <a:pt x="152400" y="86157"/>
                  </a:cubicBezTo>
                  <a:close/>
                  <a:moveTo>
                    <a:pt x="106236" y="89408"/>
                  </a:moveTo>
                  <a:cubicBezTo>
                    <a:pt x="103187" y="94196"/>
                    <a:pt x="100139" y="99098"/>
                    <a:pt x="97295" y="104140"/>
                  </a:cubicBezTo>
                  <a:cubicBezTo>
                    <a:pt x="94437" y="109093"/>
                    <a:pt x="91770" y="114071"/>
                    <a:pt x="89230" y="119050"/>
                  </a:cubicBezTo>
                  <a:cubicBezTo>
                    <a:pt x="85865" y="110719"/>
                    <a:pt x="83007" y="102413"/>
                    <a:pt x="80645" y="94323"/>
                  </a:cubicBezTo>
                  <a:cubicBezTo>
                    <a:pt x="88773" y="92418"/>
                    <a:pt x="97346" y="90729"/>
                    <a:pt x="106236" y="89421"/>
                  </a:cubicBezTo>
                  <a:close/>
                  <a:moveTo>
                    <a:pt x="198437" y="89408"/>
                  </a:moveTo>
                  <a:cubicBezTo>
                    <a:pt x="207264" y="90716"/>
                    <a:pt x="215773" y="92329"/>
                    <a:pt x="223914" y="94323"/>
                  </a:cubicBezTo>
                  <a:cubicBezTo>
                    <a:pt x="221628" y="102349"/>
                    <a:pt x="218770" y="110604"/>
                    <a:pt x="215532" y="118872"/>
                  </a:cubicBezTo>
                  <a:cubicBezTo>
                    <a:pt x="212992" y="113919"/>
                    <a:pt x="210325" y="108928"/>
                    <a:pt x="207404" y="103962"/>
                  </a:cubicBezTo>
                  <a:cubicBezTo>
                    <a:pt x="204546" y="98984"/>
                    <a:pt x="201498" y="94132"/>
                    <a:pt x="198450" y="89408"/>
                  </a:cubicBezTo>
                  <a:close/>
                  <a:moveTo>
                    <a:pt x="237338" y="97981"/>
                  </a:moveTo>
                  <a:cubicBezTo>
                    <a:pt x="243484" y="99886"/>
                    <a:pt x="249326" y="102006"/>
                    <a:pt x="254800" y="104305"/>
                  </a:cubicBezTo>
                  <a:cubicBezTo>
                    <a:pt x="276796" y="113703"/>
                    <a:pt x="291020" y="125997"/>
                    <a:pt x="291020" y="135750"/>
                  </a:cubicBezTo>
                  <a:cubicBezTo>
                    <a:pt x="290957" y="145504"/>
                    <a:pt x="276733" y="157848"/>
                    <a:pt x="254737" y="167183"/>
                  </a:cubicBezTo>
                  <a:cubicBezTo>
                    <a:pt x="249403" y="169469"/>
                    <a:pt x="243561" y="171526"/>
                    <a:pt x="237528" y="173444"/>
                  </a:cubicBezTo>
                  <a:cubicBezTo>
                    <a:pt x="233972" y="161277"/>
                    <a:pt x="229324" y="148603"/>
                    <a:pt x="223558" y="135598"/>
                  </a:cubicBezTo>
                  <a:cubicBezTo>
                    <a:pt x="229273" y="122682"/>
                    <a:pt x="233845" y="110071"/>
                    <a:pt x="237338" y="97955"/>
                  </a:cubicBezTo>
                  <a:close/>
                  <a:moveTo>
                    <a:pt x="67221" y="98031"/>
                  </a:moveTo>
                  <a:cubicBezTo>
                    <a:pt x="70752" y="110223"/>
                    <a:pt x="75413" y="122885"/>
                    <a:pt x="81191" y="135877"/>
                  </a:cubicBezTo>
                  <a:cubicBezTo>
                    <a:pt x="75476" y="148793"/>
                    <a:pt x="70879" y="161404"/>
                    <a:pt x="67399" y="173520"/>
                  </a:cubicBezTo>
                  <a:cubicBezTo>
                    <a:pt x="61252" y="171615"/>
                    <a:pt x="55410" y="169482"/>
                    <a:pt x="50000" y="167170"/>
                  </a:cubicBezTo>
                  <a:cubicBezTo>
                    <a:pt x="28004" y="157810"/>
                    <a:pt x="13780" y="145504"/>
                    <a:pt x="13780" y="135750"/>
                  </a:cubicBezTo>
                  <a:cubicBezTo>
                    <a:pt x="13780" y="125997"/>
                    <a:pt x="28004" y="113627"/>
                    <a:pt x="50000" y="104305"/>
                  </a:cubicBezTo>
                  <a:cubicBezTo>
                    <a:pt x="55334" y="102019"/>
                    <a:pt x="61176" y="99962"/>
                    <a:pt x="67221" y="98031"/>
                  </a:cubicBezTo>
                  <a:close/>
                  <a:moveTo>
                    <a:pt x="215532" y="152387"/>
                  </a:moveTo>
                  <a:cubicBezTo>
                    <a:pt x="218897" y="160731"/>
                    <a:pt x="221755" y="169050"/>
                    <a:pt x="224117" y="177127"/>
                  </a:cubicBezTo>
                  <a:cubicBezTo>
                    <a:pt x="215989" y="179121"/>
                    <a:pt x="207404" y="180810"/>
                    <a:pt x="198514" y="182080"/>
                  </a:cubicBezTo>
                  <a:cubicBezTo>
                    <a:pt x="201562" y="177317"/>
                    <a:pt x="204610" y="172403"/>
                    <a:pt x="207467" y="167373"/>
                  </a:cubicBezTo>
                  <a:cubicBezTo>
                    <a:pt x="210325" y="162420"/>
                    <a:pt x="212992" y="157366"/>
                    <a:pt x="215544" y="152387"/>
                  </a:cubicBezTo>
                  <a:close/>
                  <a:moveTo>
                    <a:pt x="89230" y="152641"/>
                  </a:moveTo>
                  <a:cubicBezTo>
                    <a:pt x="91770" y="157620"/>
                    <a:pt x="94437" y="162585"/>
                    <a:pt x="97358" y="167564"/>
                  </a:cubicBezTo>
                  <a:cubicBezTo>
                    <a:pt x="100279" y="172517"/>
                    <a:pt x="103264" y="177368"/>
                    <a:pt x="106312" y="182080"/>
                  </a:cubicBezTo>
                  <a:cubicBezTo>
                    <a:pt x="97485" y="180785"/>
                    <a:pt x="88976" y="179159"/>
                    <a:pt x="80836" y="177178"/>
                  </a:cubicBezTo>
                  <a:cubicBezTo>
                    <a:pt x="83122" y="169177"/>
                    <a:pt x="85992" y="160896"/>
                    <a:pt x="89217" y="152629"/>
                  </a:cubicBezTo>
                  <a:close/>
                  <a:moveTo>
                    <a:pt x="227584" y="190576"/>
                  </a:moveTo>
                  <a:cubicBezTo>
                    <a:pt x="229006" y="196837"/>
                    <a:pt x="230124" y="202870"/>
                    <a:pt x="230810" y="208648"/>
                  </a:cubicBezTo>
                  <a:cubicBezTo>
                    <a:pt x="233731" y="232372"/>
                    <a:pt x="230124" y="250812"/>
                    <a:pt x="221742" y="255740"/>
                  </a:cubicBezTo>
                  <a:cubicBezTo>
                    <a:pt x="219875" y="256883"/>
                    <a:pt x="217449" y="257366"/>
                    <a:pt x="214592" y="257366"/>
                  </a:cubicBezTo>
                  <a:cubicBezTo>
                    <a:pt x="201740" y="257366"/>
                    <a:pt x="182664" y="247117"/>
                    <a:pt x="162395" y="228410"/>
                  </a:cubicBezTo>
                  <a:cubicBezTo>
                    <a:pt x="171107" y="219266"/>
                    <a:pt x="179794" y="208902"/>
                    <a:pt x="188049" y="197422"/>
                  </a:cubicBezTo>
                  <a:cubicBezTo>
                    <a:pt x="202108" y="195923"/>
                    <a:pt x="215405" y="193612"/>
                    <a:pt x="227584" y="190563"/>
                  </a:cubicBezTo>
                  <a:close/>
                  <a:moveTo>
                    <a:pt x="77343" y="190703"/>
                  </a:moveTo>
                  <a:cubicBezTo>
                    <a:pt x="89535" y="193675"/>
                    <a:pt x="102819" y="195974"/>
                    <a:pt x="116802" y="197460"/>
                  </a:cubicBezTo>
                  <a:cubicBezTo>
                    <a:pt x="125184" y="208953"/>
                    <a:pt x="133883" y="219393"/>
                    <a:pt x="142646" y="228524"/>
                  </a:cubicBezTo>
                  <a:cubicBezTo>
                    <a:pt x="122390" y="247358"/>
                    <a:pt x="103378" y="257670"/>
                    <a:pt x="90449" y="257670"/>
                  </a:cubicBezTo>
                  <a:cubicBezTo>
                    <a:pt x="87655" y="257607"/>
                    <a:pt x="85293" y="257035"/>
                    <a:pt x="83426" y="255994"/>
                  </a:cubicBezTo>
                  <a:cubicBezTo>
                    <a:pt x="74968" y="251168"/>
                    <a:pt x="71298" y="232702"/>
                    <a:pt x="74155" y="208966"/>
                  </a:cubicBezTo>
                  <a:cubicBezTo>
                    <a:pt x="74841" y="203124"/>
                    <a:pt x="75959" y="196977"/>
                    <a:pt x="77330" y="190703"/>
                  </a:cubicBezTo>
                  <a:close/>
                  <a:moveTo>
                    <a:pt x="135255" y="198831"/>
                  </a:moveTo>
                  <a:cubicBezTo>
                    <a:pt x="140843" y="199085"/>
                    <a:pt x="146558" y="199263"/>
                    <a:pt x="152337" y="199263"/>
                  </a:cubicBezTo>
                  <a:cubicBezTo>
                    <a:pt x="158178" y="199263"/>
                    <a:pt x="163957" y="199136"/>
                    <a:pt x="169608" y="198831"/>
                  </a:cubicBezTo>
                  <a:cubicBezTo>
                    <a:pt x="164021" y="206096"/>
                    <a:pt x="158242" y="212738"/>
                    <a:pt x="152527" y="218707"/>
                  </a:cubicBezTo>
                  <a:cubicBezTo>
                    <a:pt x="146749" y="212738"/>
                    <a:pt x="140970" y="206096"/>
                    <a:pt x="135255" y="198831"/>
                  </a:cubicBez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477500" y="5181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4288" y="0"/>
                  </a:moveTo>
                  <a:cubicBezTo>
                    <a:pt x="6375" y="0"/>
                    <a:pt x="0" y="6375"/>
                    <a:pt x="0" y="14288"/>
                  </a:cubicBezTo>
                  <a:lnTo>
                    <a:pt x="0" y="290512"/>
                  </a:lnTo>
                  <a:cubicBezTo>
                    <a:pt x="0" y="298425"/>
                    <a:pt x="6375" y="304800"/>
                    <a:pt x="14288" y="304800"/>
                  </a:cubicBezTo>
                  <a:lnTo>
                    <a:pt x="290512" y="304800"/>
                  </a:lnTo>
                  <a:cubicBezTo>
                    <a:pt x="298425" y="304800"/>
                    <a:pt x="304800" y="298425"/>
                    <a:pt x="304800" y="290512"/>
                  </a:cubicBezTo>
                  <a:lnTo>
                    <a:pt x="304800" y="14288"/>
                  </a:lnTo>
                  <a:cubicBezTo>
                    <a:pt x="304800" y="6375"/>
                    <a:pt x="298425" y="0"/>
                    <a:pt x="290512" y="0"/>
                  </a:cubicBezTo>
                  <a:close/>
                  <a:moveTo>
                    <a:pt x="234798" y="123825"/>
                  </a:moveTo>
                  <a:cubicBezTo>
                    <a:pt x="242570" y="123825"/>
                    <a:pt x="249453" y="124295"/>
                    <a:pt x="255460" y="125235"/>
                  </a:cubicBezTo>
                  <a:cubicBezTo>
                    <a:pt x="261126" y="126084"/>
                    <a:pt x="266686" y="127531"/>
                    <a:pt x="272047" y="129553"/>
                  </a:cubicBezTo>
                  <a:lnTo>
                    <a:pt x="272047" y="160769"/>
                  </a:lnTo>
                  <a:cubicBezTo>
                    <a:pt x="269474" y="158990"/>
                    <a:pt x="266740" y="157455"/>
                    <a:pt x="263881" y="156185"/>
                  </a:cubicBezTo>
                  <a:cubicBezTo>
                    <a:pt x="260932" y="154858"/>
                    <a:pt x="257888" y="153754"/>
                    <a:pt x="254775" y="152883"/>
                  </a:cubicBezTo>
                  <a:cubicBezTo>
                    <a:pt x="248877" y="151239"/>
                    <a:pt x="242787" y="150385"/>
                    <a:pt x="236664" y="150343"/>
                  </a:cubicBezTo>
                  <a:cubicBezTo>
                    <a:pt x="232855" y="150343"/>
                    <a:pt x="229387" y="150698"/>
                    <a:pt x="226263" y="151435"/>
                  </a:cubicBezTo>
                  <a:cubicBezTo>
                    <a:pt x="223479" y="152030"/>
                    <a:pt x="220807" y="153068"/>
                    <a:pt x="218351" y="154508"/>
                  </a:cubicBezTo>
                  <a:cubicBezTo>
                    <a:pt x="216192" y="155829"/>
                    <a:pt x="214541" y="157416"/>
                    <a:pt x="213360" y="159258"/>
                  </a:cubicBezTo>
                  <a:cubicBezTo>
                    <a:pt x="212172" y="161114"/>
                    <a:pt x="211554" y="163278"/>
                    <a:pt x="211582" y="165481"/>
                  </a:cubicBezTo>
                  <a:cubicBezTo>
                    <a:pt x="211582" y="167970"/>
                    <a:pt x="212255" y="170218"/>
                    <a:pt x="213563" y="172199"/>
                  </a:cubicBezTo>
                  <a:cubicBezTo>
                    <a:pt x="214884" y="174180"/>
                    <a:pt x="216764" y="176060"/>
                    <a:pt x="219189" y="177838"/>
                  </a:cubicBezTo>
                  <a:cubicBezTo>
                    <a:pt x="221615" y="179616"/>
                    <a:pt x="224561" y="181343"/>
                    <a:pt x="228029" y="183045"/>
                  </a:cubicBezTo>
                  <a:cubicBezTo>
                    <a:pt x="231496" y="184760"/>
                    <a:pt x="235420" y="186525"/>
                    <a:pt x="239789" y="188328"/>
                  </a:cubicBezTo>
                  <a:cubicBezTo>
                    <a:pt x="245758" y="190830"/>
                    <a:pt x="251117" y="193497"/>
                    <a:pt x="255867" y="196304"/>
                  </a:cubicBezTo>
                  <a:cubicBezTo>
                    <a:pt x="260617" y="199123"/>
                    <a:pt x="264693" y="202311"/>
                    <a:pt x="268097" y="205867"/>
                  </a:cubicBezTo>
                  <a:cubicBezTo>
                    <a:pt x="271501" y="209410"/>
                    <a:pt x="274091" y="213462"/>
                    <a:pt x="275895" y="218021"/>
                  </a:cubicBezTo>
                  <a:cubicBezTo>
                    <a:pt x="277698" y="222580"/>
                    <a:pt x="278613" y="227876"/>
                    <a:pt x="278613" y="233934"/>
                  </a:cubicBezTo>
                  <a:cubicBezTo>
                    <a:pt x="278613" y="242278"/>
                    <a:pt x="277025" y="249301"/>
                    <a:pt x="273876" y="254965"/>
                  </a:cubicBezTo>
                  <a:cubicBezTo>
                    <a:pt x="270798" y="260552"/>
                    <a:pt x="266382" y="265286"/>
                    <a:pt x="261023" y="268745"/>
                  </a:cubicBezTo>
                  <a:cubicBezTo>
                    <a:pt x="255247" y="272407"/>
                    <a:pt x="248845" y="274973"/>
                    <a:pt x="242138" y="276314"/>
                  </a:cubicBezTo>
                  <a:cubicBezTo>
                    <a:pt x="234950" y="277838"/>
                    <a:pt x="227368" y="278600"/>
                    <a:pt x="219405" y="278600"/>
                  </a:cubicBezTo>
                  <a:cubicBezTo>
                    <a:pt x="211568" y="278634"/>
                    <a:pt x="203745" y="277937"/>
                    <a:pt x="196037" y="276517"/>
                  </a:cubicBezTo>
                  <a:cubicBezTo>
                    <a:pt x="189369" y="275364"/>
                    <a:pt x="182901" y="273255"/>
                    <a:pt x="176835" y="270256"/>
                  </a:cubicBezTo>
                  <a:lnTo>
                    <a:pt x="176835" y="236855"/>
                  </a:lnTo>
                  <a:cubicBezTo>
                    <a:pt x="188313" y="246623"/>
                    <a:pt x="202873" y="252021"/>
                    <a:pt x="217945" y="252095"/>
                  </a:cubicBezTo>
                  <a:cubicBezTo>
                    <a:pt x="222174" y="252095"/>
                    <a:pt x="225870" y="251714"/>
                    <a:pt x="229019" y="250952"/>
                  </a:cubicBezTo>
                  <a:cubicBezTo>
                    <a:pt x="232181" y="250190"/>
                    <a:pt x="234810" y="249123"/>
                    <a:pt x="236931" y="247777"/>
                  </a:cubicBezTo>
                  <a:cubicBezTo>
                    <a:pt x="239039" y="246405"/>
                    <a:pt x="240614" y="244805"/>
                    <a:pt x="241668" y="242951"/>
                  </a:cubicBezTo>
                  <a:cubicBezTo>
                    <a:pt x="244046" y="238545"/>
                    <a:pt x="243680" y="233165"/>
                    <a:pt x="240728" y="229121"/>
                  </a:cubicBezTo>
                  <a:cubicBezTo>
                    <a:pt x="238842" y="226624"/>
                    <a:pt x="236534" y="224475"/>
                    <a:pt x="233909" y="222771"/>
                  </a:cubicBezTo>
                  <a:cubicBezTo>
                    <a:pt x="230653" y="220613"/>
                    <a:pt x="227225" y="218727"/>
                    <a:pt x="223660" y="217132"/>
                  </a:cubicBezTo>
                  <a:cubicBezTo>
                    <a:pt x="219434" y="215202"/>
                    <a:pt x="215170" y="213356"/>
                    <a:pt x="210871" y="211595"/>
                  </a:cubicBezTo>
                  <a:cubicBezTo>
                    <a:pt x="199212" y="206731"/>
                    <a:pt x="190525" y="200774"/>
                    <a:pt x="184798" y="193751"/>
                  </a:cubicBezTo>
                  <a:cubicBezTo>
                    <a:pt x="179083" y="186728"/>
                    <a:pt x="176212" y="178232"/>
                    <a:pt x="176212" y="168288"/>
                  </a:cubicBezTo>
                  <a:cubicBezTo>
                    <a:pt x="176212" y="160490"/>
                    <a:pt x="177775" y="153797"/>
                    <a:pt x="180899" y="148196"/>
                  </a:cubicBezTo>
                  <a:cubicBezTo>
                    <a:pt x="184023" y="142596"/>
                    <a:pt x="188265" y="137986"/>
                    <a:pt x="193650" y="134366"/>
                  </a:cubicBezTo>
                  <a:cubicBezTo>
                    <a:pt x="199345" y="130609"/>
                    <a:pt x="205668" y="127903"/>
                    <a:pt x="212319" y="126378"/>
                  </a:cubicBezTo>
                  <a:cubicBezTo>
                    <a:pt x="219684" y="124641"/>
                    <a:pt x="227230" y="123784"/>
                    <a:pt x="234798" y="123825"/>
                  </a:cubicBezTo>
                  <a:close/>
                  <a:moveTo>
                    <a:pt x="42862" y="126213"/>
                  </a:moveTo>
                  <a:lnTo>
                    <a:pt x="164313" y="126213"/>
                  </a:lnTo>
                  <a:lnTo>
                    <a:pt x="164313" y="153721"/>
                  </a:lnTo>
                  <a:lnTo>
                    <a:pt x="120726" y="153721"/>
                  </a:lnTo>
                  <a:lnTo>
                    <a:pt x="120726" y="276225"/>
                  </a:lnTo>
                  <a:lnTo>
                    <a:pt x="86220" y="276225"/>
                  </a:lnTo>
                  <a:lnTo>
                    <a:pt x="86220" y="153721"/>
                  </a:lnTo>
                  <a:lnTo>
                    <a:pt x="42862" y="153721"/>
                  </a:ln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0934700" y="5202022"/>
              <a:ext cx="304800" cy="263957"/>
            </a:xfrm>
            <a:custGeom>
              <a:avLst/>
              <a:gdLst/>
              <a:ahLst/>
              <a:cxnLst/>
              <a:rect l="l" t="t" r="r" b="b"/>
              <a:pathLst>
                <a:path w="304800" h="263957">
                  <a:moveTo>
                    <a:pt x="152400" y="0"/>
                  </a:moveTo>
                  <a:lnTo>
                    <a:pt x="304800" y="263957"/>
                  </a:lnTo>
                  <a:lnTo>
                    <a:pt x="0" y="263957"/>
                  </a:ln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1281519" y="5174819"/>
              <a:ext cx="298460" cy="311583"/>
            </a:xfrm>
            <a:custGeom>
              <a:avLst/>
              <a:gdLst/>
              <a:ahLst/>
              <a:cxnLst/>
              <a:rect l="l" t="t" r="r" b="b"/>
              <a:pathLst>
                <a:path w="298460" h="311583">
                  <a:moveTo>
                    <a:pt x="295285" y="193760"/>
                  </a:moveTo>
                  <a:cubicBezTo>
                    <a:pt x="295111" y="193228"/>
                    <a:pt x="294871" y="192720"/>
                    <a:pt x="294570" y="192248"/>
                  </a:cubicBezTo>
                  <a:cubicBezTo>
                    <a:pt x="292805" y="188905"/>
                    <a:pt x="288515" y="187907"/>
                    <a:pt x="281776" y="189300"/>
                  </a:cubicBezTo>
                  <a:cubicBezTo>
                    <a:pt x="260779" y="193632"/>
                    <a:pt x="252649" y="190966"/>
                    <a:pt x="249701" y="189057"/>
                  </a:cubicBezTo>
                  <a:cubicBezTo>
                    <a:pt x="266744" y="163045"/>
                    <a:pt x="280753" y="131628"/>
                    <a:pt x="288323" y="102320"/>
                  </a:cubicBezTo>
                  <a:cubicBezTo>
                    <a:pt x="291770" y="88976"/>
                    <a:pt x="298460" y="57569"/>
                    <a:pt x="289875" y="42229"/>
                  </a:cubicBezTo>
                  <a:cubicBezTo>
                    <a:pt x="289326" y="41179"/>
                    <a:pt x="288685" y="40180"/>
                    <a:pt x="287959" y="39244"/>
                  </a:cubicBezTo>
                  <a:cubicBezTo>
                    <a:pt x="271583" y="18320"/>
                    <a:pt x="247550" y="7095"/>
                    <a:pt x="218457" y="6787"/>
                  </a:cubicBezTo>
                  <a:cubicBezTo>
                    <a:pt x="199474" y="6586"/>
                    <a:pt x="183271" y="11182"/>
                    <a:pt x="178882" y="12875"/>
                  </a:cubicBezTo>
                  <a:cubicBezTo>
                    <a:pt x="176708" y="12470"/>
                    <a:pt x="174523" y="12124"/>
                    <a:pt x="172330" y="11839"/>
                  </a:cubicBezTo>
                  <a:cubicBezTo>
                    <a:pt x="166832" y="10843"/>
                    <a:pt x="161262" y="10301"/>
                    <a:pt x="155675" y="10216"/>
                  </a:cubicBezTo>
                  <a:cubicBezTo>
                    <a:pt x="140661" y="9982"/>
                    <a:pt x="127687" y="13571"/>
                    <a:pt x="116943" y="20891"/>
                  </a:cubicBezTo>
                  <a:cubicBezTo>
                    <a:pt x="106055" y="16814"/>
                    <a:pt x="56125" y="0"/>
                    <a:pt x="25225" y="21892"/>
                  </a:cubicBezTo>
                  <a:cubicBezTo>
                    <a:pt x="7967" y="34119"/>
                    <a:pt x="0" y="55971"/>
                    <a:pt x="1544" y="86845"/>
                  </a:cubicBezTo>
                  <a:cubicBezTo>
                    <a:pt x="2064" y="97234"/>
                    <a:pt x="7982" y="129187"/>
                    <a:pt x="17322" y="159789"/>
                  </a:cubicBezTo>
                  <a:cubicBezTo>
                    <a:pt x="23161" y="178921"/>
                    <a:pt x="29243" y="194103"/>
                    <a:pt x="35526" y="205280"/>
                  </a:cubicBezTo>
                  <a:cubicBezTo>
                    <a:pt x="42549" y="217907"/>
                    <a:pt x="49825" y="225515"/>
                    <a:pt x="57297" y="228007"/>
                  </a:cubicBezTo>
                  <a:cubicBezTo>
                    <a:pt x="62979" y="229900"/>
                    <a:pt x="71683" y="229837"/>
                    <a:pt x="80895" y="218763"/>
                  </a:cubicBezTo>
                  <a:cubicBezTo>
                    <a:pt x="91070" y="206526"/>
                    <a:pt x="101092" y="195575"/>
                    <a:pt x="105592" y="190735"/>
                  </a:cubicBezTo>
                  <a:cubicBezTo>
                    <a:pt x="111117" y="193726"/>
                    <a:pt x="117103" y="195339"/>
                    <a:pt x="123245" y="195525"/>
                  </a:cubicBezTo>
                  <a:cubicBezTo>
                    <a:pt x="123246" y="195543"/>
                    <a:pt x="123247" y="195560"/>
                    <a:pt x="123250" y="195577"/>
                  </a:cubicBezTo>
                  <a:cubicBezTo>
                    <a:pt x="122180" y="196852"/>
                    <a:pt x="121134" y="198145"/>
                    <a:pt x="120110" y="199456"/>
                  </a:cubicBezTo>
                  <a:cubicBezTo>
                    <a:pt x="115806" y="204920"/>
                    <a:pt x="114911" y="206056"/>
                    <a:pt x="101058" y="208909"/>
                  </a:cubicBezTo>
                  <a:cubicBezTo>
                    <a:pt x="97118" y="209721"/>
                    <a:pt x="86651" y="211879"/>
                    <a:pt x="86498" y="219215"/>
                  </a:cubicBezTo>
                  <a:cubicBezTo>
                    <a:pt x="86467" y="220769"/>
                    <a:pt x="86916" y="222147"/>
                    <a:pt x="87666" y="223365"/>
                  </a:cubicBezTo>
                  <a:cubicBezTo>
                    <a:pt x="90547" y="228738"/>
                    <a:pt x="99370" y="231108"/>
                    <a:pt x="100556" y="231405"/>
                  </a:cubicBezTo>
                  <a:cubicBezTo>
                    <a:pt x="117504" y="235641"/>
                    <a:pt x="132362" y="232574"/>
                    <a:pt x="143373" y="222786"/>
                  </a:cubicBezTo>
                  <a:cubicBezTo>
                    <a:pt x="143157" y="251120"/>
                    <a:pt x="144357" y="278887"/>
                    <a:pt x="147759" y="287396"/>
                  </a:cubicBezTo>
                  <a:cubicBezTo>
                    <a:pt x="150569" y="294418"/>
                    <a:pt x="157434" y="311583"/>
                    <a:pt x="179118" y="311581"/>
                  </a:cubicBezTo>
                  <a:cubicBezTo>
                    <a:pt x="182300" y="311581"/>
                    <a:pt x="185802" y="311211"/>
                    <a:pt x="189654" y="310385"/>
                  </a:cubicBezTo>
                  <a:cubicBezTo>
                    <a:pt x="212284" y="305533"/>
                    <a:pt x="222112" y="295532"/>
                    <a:pt x="225913" y="273481"/>
                  </a:cubicBezTo>
                  <a:cubicBezTo>
                    <a:pt x="227821" y="262423"/>
                    <a:pt x="231013" y="236964"/>
                    <a:pt x="232755" y="221395"/>
                  </a:cubicBezTo>
                  <a:cubicBezTo>
                    <a:pt x="232970" y="220502"/>
                    <a:pt x="233209" y="219862"/>
                    <a:pt x="233479" y="219666"/>
                  </a:cubicBezTo>
                  <a:cubicBezTo>
                    <a:pt x="233488" y="219659"/>
                    <a:pt x="234365" y="219067"/>
                    <a:pt x="238905" y="220055"/>
                  </a:cubicBezTo>
                  <a:cubicBezTo>
                    <a:pt x="239090" y="220096"/>
                    <a:pt x="239278" y="220124"/>
                    <a:pt x="239467" y="220142"/>
                  </a:cubicBezTo>
                  <a:lnTo>
                    <a:pt x="242692" y="220425"/>
                  </a:lnTo>
                  <a:lnTo>
                    <a:pt x="242881" y="220438"/>
                  </a:lnTo>
                  <a:cubicBezTo>
                    <a:pt x="253636" y="220925"/>
                    <a:pt x="267156" y="218627"/>
                    <a:pt x="275027" y="214967"/>
                  </a:cubicBezTo>
                  <a:cubicBezTo>
                    <a:pt x="283204" y="211172"/>
                    <a:pt x="297960" y="201856"/>
                    <a:pt x="295285" y="193760"/>
                  </a:cubicBezTo>
                  <a:close/>
                  <a:moveTo>
                    <a:pt x="26192" y="157612"/>
                  </a:moveTo>
                  <a:cubicBezTo>
                    <a:pt x="16750" y="126677"/>
                    <a:pt x="11233" y="95571"/>
                    <a:pt x="10796" y="86849"/>
                  </a:cubicBezTo>
                  <a:cubicBezTo>
                    <a:pt x="9417" y="59272"/>
                    <a:pt x="16093" y="40076"/>
                    <a:pt x="30637" y="29792"/>
                  </a:cubicBezTo>
                  <a:cubicBezTo>
                    <a:pt x="53964" y="13299"/>
                    <a:pt x="92103" y="22923"/>
                    <a:pt x="108209" y="28141"/>
                  </a:cubicBezTo>
                  <a:cubicBezTo>
                    <a:pt x="108168" y="28181"/>
                    <a:pt x="108125" y="28218"/>
                    <a:pt x="108085" y="28260"/>
                  </a:cubicBezTo>
                  <a:cubicBezTo>
                    <a:pt x="82382" y="54219"/>
                    <a:pt x="82992" y="98567"/>
                    <a:pt x="83055" y="101279"/>
                  </a:cubicBezTo>
                  <a:cubicBezTo>
                    <a:pt x="83053" y="102324"/>
                    <a:pt x="83139" y="103805"/>
                    <a:pt x="83261" y="105842"/>
                  </a:cubicBezTo>
                  <a:cubicBezTo>
                    <a:pt x="83703" y="113301"/>
                    <a:pt x="84526" y="127183"/>
                    <a:pt x="82328" y="142905"/>
                  </a:cubicBezTo>
                  <a:cubicBezTo>
                    <a:pt x="80284" y="157516"/>
                    <a:pt x="84788" y="171816"/>
                    <a:pt x="94682" y="182138"/>
                  </a:cubicBezTo>
                  <a:cubicBezTo>
                    <a:pt x="95706" y="183206"/>
                    <a:pt x="96775" y="184210"/>
                    <a:pt x="97880" y="185153"/>
                  </a:cubicBezTo>
                  <a:cubicBezTo>
                    <a:pt x="93476" y="189870"/>
                    <a:pt x="83905" y="200299"/>
                    <a:pt x="73718" y="212555"/>
                  </a:cubicBezTo>
                  <a:cubicBezTo>
                    <a:pt x="66509" y="221223"/>
                    <a:pt x="61530" y="219561"/>
                    <a:pt x="59893" y="219015"/>
                  </a:cubicBezTo>
                  <a:cubicBezTo>
                    <a:pt x="54916" y="217355"/>
                    <a:pt x="49568" y="211559"/>
                    <a:pt x="44169" y="202222"/>
                  </a:cubicBezTo>
                  <a:cubicBezTo>
                    <a:pt x="38078" y="191567"/>
                    <a:pt x="31933" y="176420"/>
                    <a:pt x="26192" y="157612"/>
                  </a:cubicBezTo>
                  <a:close/>
                  <a:moveTo>
                    <a:pt x="102484" y="222218"/>
                  </a:moveTo>
                  <a:cubicBezTo>
                    <a:pt x="100311" y="221675"/>
                    <a:pt x="98330" y="220781"/>
                    <a:pt x="96995" y="219968"/>
                  </a:cubicBezTo>
                  <a:cubicBezTo>
                    <a:pt x="98124" y="219467"/>
                    <a:pt x="100010" y="218822"/>
                    <a:pt x="103133" y="218178"/>
                  </a:cubicBezTo>
                  <a:cubicBezTo>
                    <a:pt x="119431" y="214824"/>
                    <a:pt x="121948" y="212456"/>
                    <a:pt x="127444" y="205476"/>
                  </a:cubicBezTo>
                  <a:cubicBezTo>
                    <a:pt x="128704" y="203876"/>
                    <a:pt x="130132" y="202063"/>
                    <a:pt x="132109" y="199855"/>
                  </a:cubicBezTo>
                  <a:cubicBezTo>
                    <a:pt x="132535" y="199378"/>
                    <a:pt x="132854" y="198816"/>
                    <a:pt x="133045" y="198206"/>
                  </a:cubicBezTo>
                  <a:cubicBezTo>
                    <a:pt x="135214" y="196285"/>
                    <a:pt x="136505" y="196811"/>
                    <a:pt x="138594" y="197677"/>
                  </a:cubicBezTo>
                  <a:cubicBezTo>
                    <a:pt x="140575" y="198497"/>
                    <a:pt x="142503" y="200979"/>
                    <a:pt x="143286" y="203712"/>
                  </a:cubicBezTo>
                  <a:cubicBezTo>
                    <a:pt x="143656" y="205002"/>
                    <a:pt x="144073" y="207452"/>
                    <a:pt x="142712" y="209356"/>
                  </a:cubicBezTo>
                  <a:cubicBezTo>
                    <a:pt x="131228" y="225431"/>
                    <a:pt x="114498" y="225223"/>
                    <a:pt x="102484" y="222218"/>
                  </a:cubicBezTo>
                  <a:close/>
                  <a:moveTo>
                    <a:pt x="129078" y="171571"/>
                  </a:moveTo>
                  <a:lnTo>
                    <a:pt x="128411" y="173361"/>
                  </a:lnTo>
                  <a:cubicBezTo>
                    <a:pt x="126722" y="177890"/>
                    <a:pt x="125151" y="182100"/>
                    <a:pt x="124177" y="186099"/>
                  </a:cubicBezTo>
                  <a:cubicBezTo>
                    <a:pt x="115701" y="186073"/>
                    <a:pt x="107453" y="182452"/>
                    <a:pt x="101183" y="175909"/>
                  </a:cubicBezTo>
                  <a:cubicBezTo>
                    <a:pt x="93209" y="167589"/>
                    <a:pt x="89587" y="156016"/>
                    <a:pt x="91246" y="144154"/>
                  </a:cubicBezTo>
                  <a:cubicBezTo>
                    <a:pt x="93567" y="127544"/>
                    <a:pt x="92710" y="113080"/>
                    <a:pt x="92249" y="105310"/>
                  </a:cubicBezTo>
                  <a:cubicBezTo>
                    <a:pt x="92185" y="104221"/>
                    <a:pt x="92128" y="103269"/>
                    <a:pt x="92094" y="102517"/>
                  </a:cubicBezTo>
                  <a:cubicBezTo>
                    <a:pt x="95849" y="99188"/>
                    <a:pt x="113251" y="89865"/>
                    <a:pt x="125659" y="92707"/>
                  </a:cubicBezTo>
                  <a:cubicBezTo>
                    <a:pt x="131322" y="94005"/>
                    <a:pt x="134772" y="97860"/>
                    <a:pt x="136206" y="104493"/>
                  </a:cubicBezTo>
                  <a:cubicBezTo>
                    <a:pt x="143631" y="138831"/>
                    <a:pt x="137189" y="153143"/>
                    <a:pt x="132013" y="164644"/>
                  </a:cubicBezTo>
                  <a:cubicBezTo>
                    <a:pt x="130946" y="167014"/>
                    <a:pt x="129939" y="169253"/>
                    <a:pt x="129078" y="171571"/>
                  </a:cubicBezTo>
                  <a:close/>
                  <a:moveTo>
                    <a:pt x="222597" y="229641"/>
                  </a:moveTo>
                  <a:cubicBezTo>
                    <a:pt x="222382" y="231887"/>
                    <a:pt x="222142" y="234417"/>
                    <a:pt x="221812" y="237209"/>
                  </a:cubicBezTo>
                  <a:lnTo>
                    <a:pt x="219958" y="242776"/>
                  </a:lnTo>
                  <a:cubicBezTo>
                    <a:pt x="219810" y="243217"/>
                    <a:pt x="219732" y="243678"/>
                    <a:pt x="219727" y="244144"/>
                  </a:cubicBezTo>
                  <a:cubicBezTo>
                    <a:pt x="219652" y="250172"/>
                    <a:pt x="219041" y="252385"/>
                    <a:pt x="218266" y="255184"/>
                  </a:cubicBezTo>
                  <a:cubicBezTo>
                    <a:pt x="217461" y="258094"/>
                    <a:pt x="216548" y="261395"/>
                    <a:pt x="215988" y="268614"/>
                  </a:cubicBezTo>
                  <a:cubicBezTo>
                    <a:pt x="214591" y="286576"/>
                    <a:pt x="204834" y="296893"/>
                    <a:pt x="185289" y="301081"/>
                  </a:cubicBezTo>
                  <a:cubicBezTo>
                    <a:pt x="166042" y="305210"/>
                    <a:pt x="162629" y="294772"/>
                    <a:pt x="159620" y="285566"/>
                  </a:cubicBezTo>
                  <a:cubicBezTo>
                    <a:pt x="159312" y="284601"/>
                    <a:pt x="158986" y="283641"/>
                    <a:pt x="158643" y="282688"/>
                  </a:cubicBezTo>
                  <a:cubicBezTo>
                    <a:pt x="155908" y="275248"/>
                    <a:pt x="156216" y="264757"/>
                    <a:pt x="156644" y="250238"/>
                  </a:cubicBezTo>
                  <a:cubicBezTo>
                    <a:pt x="156854" y="243111"/>
                    <a:pt x="156328" y="226092"/>
                    <a:pt x="152451" y="216632"/>
                  </a:cubicBezTo>
                  <a:cubicBezTo>
                    <a:pt x="152507" y="212908"/>
                    <a:pt x="152585" y="209127"/>
                    <a:pt x="152692" y="205306"/>
                  </a:cubicBezTo>
                  <a:cubicBezTo>
                    <a:pt x="152705" y="204822"/>
                    <a:pt x="152639" y="204339"/>
                    <a:pt x="152498" y="203876"/>
                  </a:cubicBezTo>
                  <a:cubicBezTo>
                    <a:pt x="152375" y="202983"/>
                    <a:pt x="152189" y="202100"/>
                    <a:pt x="151940" y="201234"/>
                  </a:cubicBezTo>
                  <a:cubicBezTo>
                    <a:pt x="150383" y="195795"/>
                    <a:pt x="146590" y="191244"/>
                    <a:pt x="142038" y="189358"/>
                  </a:cubicBezTo>
                  <a:cubicBezTo>
                    <a:pt x="140230" y="188609"/>
                    <a:pt x="136910" y="187235"/>
                    <a:pt x="132922" y="188255"/>
                  </a:cubicBezTo>
                  <a:cubicBezTo>
                    <a:pt x="133773" y="184749"/>
                    <a:pt x="135247" y="180793"/>
                    <a:pt x="136846" y="176508"/>
                  </a:cubicBezTo>
                  <a:lnTo>
                    <a:pt x="137518" y="174705"/>
                  </a:lnTo>
                  <a:cubicBezTo>
                    <a:pt x="138274" y="172673"/>
                    <a:pt x="139220" y="170569"/>
                    <a:pt x="140223" y="168340"/>
                  </a:cubicBezTo>
                  <a:cubicBezTo>
                    <a:pt x="145640" y="156305"/>
                    <a:pt x="153058" y="139824"/>
                    <a:pt x="145006" y="102589"/>
                  </a:cubicBezTo>
                  <a:cubicBezTo>
                    <a:pt x="141991" y="88643"/>
                    <a:pt x="131920" y="81834"/>
                    <a:pt x="116655" y="83415"/>
                  </a:cubicBezTo>
                  <a:cubicBezTo>
                    <a:pt x="107502" y="84362"/>
                    <a:pt x="99130" y="88055"/>
                    <a:pt x="94953" y="90173"/>
                  </a:cubicBezTo>
                  <a:cubicBezTo>
                    <a:pt x="94115" y="90597"/>
                    <a:pt x="93286" y="91038"/>
                    <a:pt x="92466" y="91495"/>
                  </a:cubicBezTo>
                  <a:cubicBezTo>
                    <a:pt x="93632" y="77443"/>
                    <a:pt x="98036" y="51184"/>
                    <a:pt x="114510" y="34569"/>
                  </a:cubicBezTo>
                  <a:cubicBezTo>
                    <a:pt x="115733" y="33336"/>
                    <a:pt x="117019" y="32166"/>
                    <a:pt x="118361" y="31064"/>
                  </a:cubicBezTo>
                  <a:cubicBezTo>
                    <a:pt x="119028" y="30934"/>
                    <a:pt x="119656" y="30655"/>
                    <a:pt x="120199" y="30246"/>
                  </a:cubicBezTo>
                  <a:cubicBezTo>
                    <a:pt x="129755" y="23000"/>
                    <a:pt x="141719" y="19444"/>
                    <a:pt x="155785" y="19674"/>
                  </a:cubicBezTo>
                  <a:cubicBezTo>
                    <a:pt x="160980" y="19759"/>
                    <a:pt x="165966" y="20104"/>
                    <a:pt x="170697" y="20702"/>
                  </a:cubicBezTo>
                  <a:cubicBezTo>
                    <a:pt x="195322" y="25203"/>
                    <a:pt x="211894" y="39077"/>
                    <a:pt x="221953" y="50963"/>
                  </a:cubicBezTo>
                  <a:cubicBezTo>
                    <a:pt x="232294" y="63184"/>
                    <a:pt x="237894" y="75493"/>
                    <a:pt x="240129" y="82132"/>
                  </a:cubicBezTo>
                  <a:cubicBezTo>
                    <a:pt x="223324" y="80423"/>
                    <a:pt x="211892" y="83743"/>
                    <a:pt x="206097" y="92025"/>
                  </a:cubicBezTo>
                  <a:cubicBezTo>
                    <a:pt x="193491" y="110045"/>
                    <a:pt x="212993" y="145021"/>
                    <a:pt x="222367" y="161830"/>
                  </a:cubicBezTo>
                  <a:cubicBezTo>
                    <a:pt x="224085" y="164911"/>
                    <a:pt x="225570" y="167573"/>
                    <a:pt x="226036" y="168704"/>
                  </a:cubicBezTo>
                  <a:cubicBezTo>
                    <a:pt x="229088" y="176102"/>
                    <a:pt x="233040" y="181040"/>
                    <a:pt x="235925" y="184645"/>
                  </a:cubicBezTo>
                  <a:cubicBezTo>
                    <a:pt x="236809" y="185750"/>
                    <a:pt x="237668" y="186822"/>
                    <a:pt x="238319" y="187757"/>
                  </a:cubicBezTo>
                  <a:cubicBezTo>
                    <a:pt x="233229" y="189224"/>
                    <a:pt x="224085" y="192615"/>
                    <a:pt x="224918" y="209563"/>
                  </a:cubicBezTo>
                  <a:cubicBezTo>
                    <a:pt x="224762" y="211548"/>
                    <a:pt x="224381" y="215238"/>
                    <a:pt x="223859" y="219911"/>
                  </a:cubicBezTo>
                  <a:cubicBezTo>
                    <a:pt x="223274" y="222548"/>
                    <a:pt x="222968" y="225756"/>
                    <a:pt x="222597" y="229641"/>
                  </a:cubicBezTo>
                  <a:close/>
                  <a:moveTo>
                    <a:pt x="233906" y="209053"/>
                  </a:moveTo>
                  <a:cubicBezTo>
                    <a:pt x="233392" y="198492"/>
                    <a:pt x="237324" y="197388"/>
                    <a:pt x="241484" y="196220"/>
                  </a:cubicBezTo>
                  <a:cubicBezTo>
                    <a:pt x="242060" y="196062"/>
                    <a:pt x="242631" y="195890"/>
                    <a:pt x="243199" y="195704"/>
                  </a:cubicBezTo>
                  <a:cubicBezTo>
                    <a:pt x="243735" y="196180"/>
                    <a:pt x="244305" y="196617"/>
                    <a:pt x="244903" y="197013"/>
                  </a:cubicBezTo>
                  <a:cubicBezTo>
                    <a:pt x="252146" y="201794"/>
                    <a:pt x="264998" y="202363"/>
                    <a:pt x="283089" y="198719"/>
                  </a:cubicBezTo>
                  <a:cubicBezTo>
                    <a:pt x="280529" y="200966"/>
                    <a:pt x="276499" y="203792"/>
                    <a:pt x="270982" y="206353"/>
                  </a:cubicBezTo>
                  <a:cubicBezTo>
                    <a:pt x="265778" y="208770"/>
                    <a:pt x="257067" y="210583"/>
                    <a:pt x="248792" y="210971"/>
                  </a:cubicBezTo>
                  <a:cubicBezTo>
                    <a:pt x="239652" y="211398"/>
                    <a:pt x="235001" y="209946"/>
                    <a:pt x="233906" y="209053"/>
                  </a:cubicBezTo>
                  <a:close/>
                  <a:moveTo>
                    <a:pt x="241139" y="91309"/>
                  </a:moveTo>
                  <a:cubicBezTo>
                    <a:pt x="241064" y="95764"/>
                    <a:pt x="240450" y="99808"/>
                    <a:pt x="239800" y="104031"/>
                  </a:cubicBezTo>
                  <a:cubicBezTo>
                    <a:pt x="239102" y="108572"/>
                    <a:pt x="238378" y="113269"/>
                    <a:pt x="238195" y="118969"/>
                  </a:cubicBezTo>
                  <a:cubicBezTo>
                    <a:pt x="238015" y="124516"/>
                    <a:pt x="238708" y="130283"/>
                    <a:pt x="239378" y="135861"/>
                  </a:cubicBezTo>
                  <a:cubicBezTo>
                    <a:pt x="240732" y="147126"/>
                    <a:pt x="242122" y="158725"/>
                    <a:pt x="236743" y="170169"/>
                  </a:cubicBezTo>
                  <a:cubicBezTo>
                    <a:pt x="235850" y="168586"/>
                    <a:pt x="235055" y="166951"/>
                    <a:pt x="234361" y="165271"/>
                  </a:cubicBezTo>
                  <a:cubicBezTo>
                    <a:pt x="233691" y="163651"/>
                    <a:pt x="232241" y="161047"/>
                    <a:pt x="230232" y="157446"/>
                  </a:cubicBezTo>
                  <a:cubicBezTo>
                    <a:pt x="222414" y="143424"/>
                    <a:pt x="204103" y="110588"/>
                    <a:pt x="213477" y="97189"/>
                  </a:cubicBezTo>
                  <a:cubicBezTo>
                    <a:pt x="218296" y="90297"/>
                    <a:pt x="230505" y="90000"/>
                    <a:pt x="241139" y="91309"/>
                  </a:cubicBezTo>
                  <a:close/>
                  <a:moveTo>
                    <a:pt x="244039" y="180383"/>
                  </a:moveTo>
                  <a:cubicBezTo>
                    <a:pt x="243681" y="179927"/>
                    <a:pt x="243320" y="179472"/>
                    <a:pt x="242956" y="179019"/>
                  </a:cubicBezTo>
                  <a:lnTo>
                    <a:pt x="242505" y="178455"/>
                  </a:lnTo>
                  <a:cubicBezTo>
                    <a:pt x="251728" y="163222"/>
                    <a:pt x="249925" y="148151"/>
                    <a:pt x="248319" y="134786"/>
                  </a:cubicBezTo>
                  <a:cubicBezTo>
                    <a:pt x="247660" y="129303"/>
                    <a:pt x="247038" y="124123"/>
                    <a:pt x="247195" y="119259"/>
                  </a:cubicBezTo>
                  <a:cubicBezTo>
                    <a:pt x="247359" y="114102"/>
                    <a:pt x="248041" y="109680"/>
                    <a:pt x="248700" y="105402"/>
                  </a:cubicBezTo>
                  <a:cubicBezTo>
                    <a:pt x="249512" y="100132"/>
                    <a:pt x="250336" y="94680"/>
                    <a:pt x="250109" y="88251"/>
                  </a:cubicBezTo>
                  <a:cubicBezTo>
                    <a:pt x="250279" y="87577"/>
                    <a:pt x="250347" y="86780"/>
                    <a:pt x="250259" y="85835"/>
                  </a:cubicBezTo>
                  <a:cubicBezTo>
                    <a:pt x="249678" y="79670"/>
                    <a:pt x="242640" y="61223"/>
                    <a:pt x="228295" y="44522"/>
                  </a:cubicBezTo>
                  <a:cubicBezTo>
                    <a:pt x="220579" y="35540"/>
                    <a:pt x="209377" y="25508"/>
                    <a:pt x="194146" y="18621"/>
                  </a:cubicBezTo>
                  <a:cubicBezTo>
                    <a:pt x="200815" y="17267"/>
                    <a:pt x="209803" y="16036"/>
                    <a:pt x="219856" y="16260"/>
                  </a:cubicBezTo>
                  <a:cubicBezTo>
                    <a:pt x="245910" y="16839"/>
                    <a:pt x="266523" y="26591"/>
                    <a:pt x="281123" y="45246"/>
                  </a:cubicBezTo>
                  <a:cubicBezTo>
                    <a:pt x="281434" y="45651"/>
                    <a:pt x="281717" y="46076"/>
                    <a:pt x="281970" y="46519"/>
                  </a:cubicBezTo>
                  <a:cubicBezTo>
                    <a:pt x="291154" y="63735"/>
                    <a:pt x="278463" y="126213"/>
                    <a:pt x="244039" y="180383"/>
                  </a:cubicBezTo>
                  <a:close/>
                  <a:moveTo>
                    <a:pt x="132069" y="102707"/>
                  </a:moveTo>
                  <a:cubicBezTo>
                    <a:pt x="131751" y="104986"/>
                    <a:pt x="128146" y="108073"/>
                    <a:pt x="124181" y="108073"/>
                  </a:cubicBezTo>
                  <a:cubicBezTo>
                    <a:pt x="123837" y="108073"/>
                    <a:pt x="123494" y="108050"/>
                    <a:pt x="123153" y="108002"/>
                  </a:cubicBezTo>
                  <a:cubicBezTo>
                    <a:pt x="120774" y="107672"/>
                    <a:pt x="118372" y="106173"/>
                    <a:pt x="116728" y="103994"/>
                  </a:cubicBezTo>
                  <a:cubicBezTo>
                    <a:pt x="116147" y="103226"/>
                    <a:pt x="115200" y="101733"/>
                    <a:pt x="115388" y="100382"/>
                  </a:cubicBezTo>
                  <a:cubicBezTo>
                    <a:pt x="115458" y="99873"/>
                    <a:pt x="115720" y="99131"/>
                    <a:pt x="116563" y="98492"/>
                  </a:cubicBezTo>
                  <a:cubicBezTo>
                    <a:pt x="118064" y="97357"/>
                    <a:pt x="121031" y="96935"/>
                    <a:pt x="124305" y="97391"/>
                  </a:cubicBezTo>
                  <a:cubicBezTo>
                    <a:pt x="128322" y="97951"/>
                    <a:pt x="132466" y="99852"/>
                    <a:pt x="132069" y="102707"/>
                  </a:cubicBezTo>
                  <a:close/>
                  <a:moveTo>
                    <a:pt x="232786" y="97483"/>
                  </a:moveTo>
                  <a:cubicBezTo>
                    <a:pt x="232927" y="98489"/>
                    <a:pt x="232164" y="100035"/>
                    <a:pt x="230842" y="101422"/>
                  </a:cubicBezTo>
                  <a:cubicBezTo>
                    <a:pt x="229974" y="102333"/>
                    <a:pt x="228149" y="103913"/>
                    <a:pt x="225661" y="104257"/>
                  </a:cubicBezTo>
                  <a:cubicBezTo>
                    <a:pt x="225346" y="104301"/>
                    <a:pt x="225027" y="104323"/>
                    <a:pt x="224709" y="104323"/>
                  </a:cubicBezTo>
                  <a:cubicBezTo>
                    <a:pt x="220981" y="104323"/>
                    <a:pt x="217833" y="101346"/>
                    <a:pt x="217588" y="99602"/>
                  </a:cubicBezTo>
                  <a:cubicBezTo>
                    <a:pt x="217283" y="97361"/>
                    <a:pt x="220942" y="95658"/>
                    <a:pt x="224714" y="95132"/>
                  </a:cubicBezTo>
                  <a:cubicBezTo>
                    <a:pt x="228486" y="94606"/>
                    <a:pt x="232475" y="95244"/>
                    <a:pt x="232786" y="97483"/>
                  </a:cubicBezTo>
                  <a:close/>
                </a:path>
              </a:pathLst>
            </a:custGeom>
            <a:solidFill>
              <a:srgbClr val="A89F94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98170" y="6589395"/>
            <a:ext cx="10995660" cy="182880"/>
            <a:chOff x="598170" y="6589395"/>
            <a:chExt cx="10995660" cy="182880"/>
          </a:xfrm>
        </p:grpSpPr>
        <p:sp>
          <p:nvSpPr>
            <p:cNvPr id="37" name="TextBox 37"/>
            <p:cNvSpPr txBox="1"/>
            <p:nvPr/>
          </p:nvSpPr>
          <p:spPr>
            <a:xfrm>
              <a:off x="598170" y="6589395"/>
              <a:ext cx="35587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favbase · Agentic RAG in a browser extension · 2026-08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96352" y="65893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F867B"/>
                  </a:solidFill>
                  <a:latin typeface="Arial"/>
                  <a:ea typeface="Microsoft YaHei"/>
                  <a:cs typeface="Arial"/>
                </a:rPr>
                <a:t>16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20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